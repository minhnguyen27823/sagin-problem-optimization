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c143614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c143614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8012545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98012545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98012545e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98012545e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0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10" Type="http://schemas.openxmlformats.org/officeDocument/2006/relationships/image" Target="../media/image13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 flipH="1" rot="10800000">
            <a:off x="1377638" y="326476"/>
            <a:ext cx="3439500" cy="1279800"/>
          </a:xfrm>
          <a:prstGeom prst="straightConnector1">
            <a:avLst/>
          </a:prstGeom>
          <a:noFill/>
          <a:ln cap="flat" cmpd="sng" w="2537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" name="Google Shape;55;p13"/>
          <p:cNvCxnSpPr/>
          <p:nvPr/>
        </p:nvCxnSpPr>
        <p:spPr>
          <a:xfrm flipH="1" rot="10800000">
            <a:off x="2283899" y="354104"/>
            <a:ext cx="3439500" cy="1279800"/>
          </a:xfrm>
          <a:prstGeom prst="straightConnector1">
            <a:avLst/>
          </a:prstGeom>
          <a:noFill/>
          <a:ln cap="flat" cmpd="sng" w="2537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" name="Google Shape;56;p13"/>
          <p:cNvCxnSpPr/>
          <p:nvPr/>
        </p:nvCxnSpPr>
        <p:spPr>
          <a:xfrm flipH="1" rot="10800000">
            <a:off x="3056252" y="364852"/>
            <a:ext cx="3439500" cy="1279800"/>
          </a:xfrm>
          <a:prstGeom prst="straightConnector1">
            <a:avLst/>
          </a:prstGeom>
          <a:noFill/>
          <a:ln cap="flat" cmpd="sng" w="2537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9408">
            <a:off x="3507804" y="648796"/>
            <a:ext cx="818440" cy="71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9408">
            <a:off x="2610574" y="648796"/>
            <a:ext cx="818440" cy="71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9408">
            <a:off x="4691629" y="510189"/>
            <a:ext cx="818440" cy="71194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 rot="-3983202">
            <a:off x="4462551" y="3343625"/>
            <a:ext cx="617163" cy="554298"/>
          </a:xfrm>
          <a:prstGeom prst="cloud">
            <a:avLst/>
          </a:prstGeom>
          <a:solidFill>
            <a:srgbClr val="D8D8D8">
              <a:alpha val="68630"/>
            </a:srgbClr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 rot="-3983488">
            <a:off x="3691331" y="3821838"/>
            <a:ext cx="323068" cy="554298"/>
          </a:xfrm>
          <a:prstGeom prst="cloud">
            <a:avLst/>
          </a:prstGeom>
          <a:solidFill>
            <a:srgbClr val="D8D8D8">
              <a:alpha val="68630"/>
            </a:srgbClr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2050" y="3520450"/>
            <a:ext cx="5878021" cy="14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 rot="-3983500">
            <a:off x="4623403" y="4063422"/>
            <a:ext cx="824935" cy="554298"/>
          </a:xfrm>
          <a:prstGeom prst="cloud">
            <a:avLst/>
          </a:prstGeom>
          <a:solidFill>
            <a:srgbClr val="D8D8D8">
              <a:alpha val="68630"/>
            </a:srgbClr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5">
            <a:alphaModFix/>
          </a:blip>
          <a:srcRect b="61563" l="38682" r="24549" t="5483"/>
          <a:stretch/>
        </p:blipFill>
        <p:spPr>
          <a:xfrm>
            <a:off x="3688495" y="3014349"/>
            <a:ext cx="438300" cy="188100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38152" rotWithShape="0" algn="tl" dir="7800000" dist="19076">
              <a:srgbClr val="000000">
                <a:alpha val="40000"/>
              </a:srgbClr>
            </a:outerShdw>
          </a:effectLst>
        </p:spPr>
      </p:pic>
      <p:grpSp>
        <p:nvGrpSpPr>
          <p:cNvPr id="65" name="Google Shape;65;p13"/>
          <p:cNvGrpSpPr/>
          <p:nvPr/>
        </p:nvGrpSpPr>
        <p:grpSpPr>
          <a:xfrm rot="950465">
            <a:off x="2820799" y="2407500"/>
            <a:ext cx="1044346" cy="1503853"/>
            <a:chOff x="9582449" y="4141918"/>
            <a:chExt cx="1214120" cy="2286839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9582662" y="6224569"/>
              <a:ext cx="617562" cy="197449"/>
              <a:chOff x="1096215" y="4521350"/>
              <a:chExt cx="1006293" cy="287700"/>
            </a:xfrm>
          </p:grpSpPr>
          <p:sp>
            <p:nvSpPr>
              <p:cNvPr id="67" name="Google Shape;67;p13"/>
              <p:cNvSpPr/>
              <p:nvPr/>
            </p:nvSpPr>
            <p:spPr>
              <a:xfrm rot="5461019">
                <a:off x="1472788" y="4157673"/>
                <a:ext cx="253540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8025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8925" lIns="57875" spcFirstLastPara="1" rIns="57875" wrap="square" tIns="28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1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 flipH="1" rot="5461041">
                <a:off x="1464144" y="4164424"/>
                <a:ext cx="270343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80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8925" lIns="57875" spcFirstLastPara="1" rIns="57875" wrap="square" tIns="28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1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" name="Google Shape;69;p13"/>
            <p:cNvSpPr/>
            <p:nvPr/>
          </p:nvSpPr>
          <p:spPr>
            <a:xfrm>
              <a:off x="9582449" y="4141918"/>
              <a:ext cx="1214120" cy="2286839"/>
            </a:xfrm>
            <a:custGeom>
              <a:rect b="b" l="l" r="r" t="t"/>
              <a:pathLst>
                <a:path extrusionOk="0" h="2286839" w="1214120">
                  <a:moveTo>
                    <a:pt x="1214120" y="0"/>
                  </a:moveTo>
                  <a:lnTo>
                    <a:pt x="611305" y="2183306"/>
                  </a:lnTo>
                  <a:lnTo>
                    <a:pt x="612526" y="2187283"/>
                  </a:lnTo>
                  <a:cubicBezTo>
                    <a:pt x="612526" y="2242266"/>
                    <a:pt x="476732" y="2286839"/>
                    <a:pt x="309221" y="2286839"/>
                  </a:cubicBezTo>
                  <a:cubicBezTo>
                    <a:pt x="162649" y="2286839"/>
                    <a:pt x="40360" y="2252713"/>
                    <a:pt x="12078" y="2207347"/>
                  </a:cubicBezTo>
                  <a:lnTo>
                    <a:pt x="8130" y="2194492"/>
                  </a:lnTo>
                  <a:lnTo>
                    <a:pt x="0" y="2194560"/>
                  </a:lnTo>
                  <a:lnTo>
                    <a:pt x="8275" y="2179604"/>
                  </a:lnTo>
                  <a:lnTo>
                    <a:pt x="12078" y="2167219"/>
                  </a:lnTo>
                  <a:lnTo>
                    <a:pt x="19423" y="2159453"/>
                  </a:lnTo>
                  <a:close/>
                </a:path>
              </a:pathLst>
            </a:custGeom>
            <a:solidFill>
              <a:srgbClr val="FF0000">
                <a:alpha val="29800"/>
              </a:srgbClr>
            </a:solidFill>
            <a:ln>
              <a:noFill/>
            </a:ln>
          </p:spPr>
          <p:txBody>
            <a:bodyPr anchorCtr="0" anchor="ctr" bIns="28925" lIns="57875" spcFirstLastPara="1" rIns="57875" wrap="square" tIns="28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3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13"/>
          <p:cNvGrpSpPr/>
          <p:nvPr/>
        </p:nvGrpSpPr>
        <p:grpSpPr>
          <a:xfrm rot="-250994">
            <a:off x="4003953" y="2511599"/>
            <a:ext cx="382977" cy="1317837"/>
            <a:chOff x="9920331" y="3037025"/>
            <a:chExt cx="576016" cy="2272117"/>
          </a:xfrm>
        </p:grpSpPr>
        <p:grpSp>
          <p:nvGrpSpPr>
            <p:cNvPr id="71" name="Google Shape;71;p13"/>
            <p:cNvGrpSpPr/>
            <p:nvPr/>
          </p:nvGrpSpPr>
          <p:grpSpPr>
            <a:xfrm>
              <a:off x="9920331" y="5082319"/>
              <a:ext cx="575600" cy="226823"/>
              <a:chOff x="1096215" y="4521350"/>
              <a:chExt cx="1006293" cy="287700"/>
            </a:xfrm>
          </p:grpSpPr>
          <p:sp>
            <p:nvSpPr>
              <p:cNvPr id="72" name="Google Shape;72;p13"/>
              <p:cNvSpPr/>
              <p:nvPr/>
            </p:nvSpPr>
            <p:spPr>
              <a:xfrm rot="5461019">
                <a:off x="1472788" y="4157673"/>
                <a:ext cx="253540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 flipH="1" rot="5461041">
                <a:off x="1464144" y="4164424"/>
                <a:ext cx="270343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" name="Google Shape;74;p13"/>
            <p:cNvSpPr/>
            <p:nvPr/>
          </p:nvSpPr>
          <p:spPr>
            <a:xfrm>
              <a:off x="9923323" y="3037025"/>
              <a:ext cx="573024" cy="2268283"/>
            </a:xfrm>
            <a:custGeom>
              <a:rect b="b" l="l" r="r" t="t"/>
              <a:pathLst>
                <a:path extrusionOk="0" h="2268283" w="573024">
                  <a:moveTo>
                    <a:pt x="165037" y="0"/>
                  </a:moveTo>
                  <a:lnTo>
                    <a:pt x="573024" y="2164244"/>
                  </a:lnTo>
                  <a:lnTo>
                    <a:pt x="570478" y="2164353"/>
                  </a:lnTo>
                  <a:lnTo>
                    <a:pt x="573024" y="2172772"/>
                  </a:lnTo>
                  <a:cubicBezTo>
                    <a:pt x="573024" y="2225521"/>
                    <a:pt x="444748" y="2268283"/>
                    <a:pt x="286512" y="2268283"/>
                  </a:cubicBezTo>
                  <a:cubicBezTo>
                    <a:pt x="148056" y="2268283"/>
                    <a:pt x="32537" y="2235544"/>
                    <a:pt x="5821" y="2192021"/>
                  </a:cubicBezTo>
                  <a:lnTo>
                    <a:pt x="4734" y="2188427"/>
                  </a:lnTo>
                  <a:lnTo>
                    <a:pt x="0" y="2188628"/>
                  </a:lnTo>
                  <a:lnTo>
                    <a:pt x="570" y="2174656"/>
                  </a:lnTo>
                  <a:lnTo>
                    <a:pt x="0" y="2172772"/>
                  </a:lnTo>
                  <a:lnTo>
                    <a:pt x="747" y="2170302"/>
                  </a:lnTo>
                  <a:cubicBezTo>
                    <a:pt x="30978" y="1428635"/>
                    <a:pt x="134806" y="741667"/>
                    <a:pt x="165037" y="0"/>
                  </a:cubicBezTo>
                  <a:close/>
                </a:path>
              </a:pathLst>
            </a:custGeom>
            <a:solidFill>
              <a:srgbClr val="FF0000">
                <a:alpha val="29800"/>
              </a:srgbClr>
            </a:solidFill>
            <a:ln>
              <a:noFill/>
            </a:ln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3"/>
          <p:cNvGrpSpPr/>
          <p:nvPr/>
        </p:nvGrpSpPr>
        <p:grpSpPr>
          <a:xfrm>
            <a:off x="4072629" y="2526351"/>
            <a:ext cx="1875616" cy="1083360"/>
            <a:chOff x="9804575" y="2832186"/>
            <a:chExt cx="1955804" cy="2715868"/>
          </a:xfrm>
        </p:grpSpPr>
        <p:grpSp>
          <p:nvGrpSpPr>
            <p:cNvPr id="76" name="Google Shape;76;p13"/>
            <p:cNvGrpSpPr/>
            <p:nvPr/>
          </p:nvGrpSpPr>
          <p:grpSpPr>
            <a:xfrm>
              <a:off x="11162123" y="5346376"/>
              <a:ext cx="597839" cy="201678"/>
              <a:chOff x="1096215" y="4521350"/>
              <a:chExt cx="1006293" cy="287700"/>
            </a:xfrm>
          </p:grpSpPr>
          <p:sp>
            <p:nvSpPr>
              <p:cNvPr id="77" name="Google Shape;77;p13"/>
              <p:cNvSpPr/>
              <p:nvPr/>
            </p:nvSpPr>
            <p:spPr>
              <a:xfrm rot="5461019">
                <a:off x="1472788" y="4157673"/>
                <a:ext cx="253540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 flipH="1" rot="5461041">
                <a:off x="1464144" y="4164424"/>
                <a:ext cx="270343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" name="Google Shape;79;p13"/>
            <p:cNvSpPr/>
            <p:nvPr/>
          </p:nvSpPr>
          <p:spPr>
            <a:xfrm>
              <a:off x="9804575" y="2832186"/>
              <a:ext cx="1955804" cy="2709584"/>
            </a:xfrm>
            <a:custGeom>
              <a:rect b="b" l="l" r="r" t="t"/>
              <a:pathLst>
                <a:path extrusionOk="0" h="2709584" w="1955804">
                  <a:moveTo>
                    <a:pt x="0" y="0"/>
                  </a:moveTo>
                  <a:lnTo>
                    <a:pt x="1930525" y="2593242"/>
                  </a:lnTo>
                  <a:lnTo>
                    <a:pt x="1932848" y="2594456"/>
                  </a:lnTo>
                  <a:cubicBezTo>
                    <a:pt x="1947630" y="2604371"/>
                    <a:pt x="1955804" y="2615271"/>
                    <a:pt x="1955804" y="2626713"/>
                  </a:cubicBezTo>
                  <a:cubicBezTo>
                    <a:pt x="1955804" y="2672481"/>
                    <a:pt x="1825021" y="2709584"/>
                    <a:pt x="1663692" y="2709584"/>
                  </a:cubicBezTo>
                  <a:cubicBezTo>
                    <a:pt x="1522529" y="2709584"/>
                    <a:pt x="1404753" y="2681177"/>
                    <a:pt x="1377515" y="2643415"/>
                  </a:cubicBezTo>
                  <a:lnTo>
                    <a:pt x="1372178" y="2628397"/>
                  </a:lnTo>
                  <a:close/>
                </a:path>
              </a:pathLst>
            </a:custGeom>
            <a:solidFill>
              <a:srgbClr val="FF0000">
                <a:alpha val="29800"/>
              </a:srgbClr>
            </a:solidFill>
            <a:ln>
              <a:noFill/>
            </a:ln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0" name="Google Shape;8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3550" y="3463709"/>
            <a:ext cx="720006" cy="321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 rotWithShape="1">
          <a:blip r:embed="rId5">
            <a:alphaModFix/>
          </a:blip>
          <a:srcRect b="61563" l="38682" r="24549" t="5483"/>
          <a:stretch/>
        </p:blipFill>
        <p:spPr>
          <a:xfrm>
            <a:off x="4119355" y="2907418"/>
            <a:ext cx="731100" cy="248400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38152" rotWithShape="0" algn="tl" dir="7800000" dist="19076">
              <a:srgbClr val="000000">
                <a:alpha val="40000"/>
              </a:srgbClr>
            </a:outerShdw>
          </a:effectLst>
        </p:spPr>
      </p:pic>
      <p:grpSp>
        <p:nvGrpSpPr>
          <p:cNvPr id="82" name="Google Shape;82;p13"/>
          <p:cNvGrpSpPr/>
          <p:nvPr/>
        </p:nvGrpSpPr>
        <p:grpSpPr>
          <a:xfrm rot="10654018">
            <a:off x="3651893" y="2995824"/>
            <a:ext cx="518224" cy="137017"/>
            <a:chOff x="1961507" y="2281304"/>
            <a:chExt cx="2558087" cy="641104"/>
          </a:xfrm>
        </p:grpSpPr>
        <p:sp>
          <p:nvSpPr>
            <p:cNvPr id="83" name="Google Shape;83;p13"/>
            <p:cNvSpPr/>
            <p:nvPr/>
          </p:nvSpPr>
          <p:spPr>
            <a:xfrm>
              <a:off x="4170994" y="2769188"/>
              <a:ext cx="348600" cy="121500"/>
            </a:xfrm>
            <a:prstGeom prst="ellipse">
              <a:avLst/>
            </a:pr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240547" y="2373371"/>
              <a:ext cx="410114" cy="139780"/>
            </a:xfrm>
            <a:custGeom>
              <a:rect b="b" l="l" r="r" t="t"/>
              <a:pathLst>
                <a:path extrusionOk="0" h="208" w="160">
                  <a:moveTo>
                    <a:pt x="6" y="42"/>
                  </a:moveTo>
                  <a:cubicBezTo>
                    <a:pt x="7" y="58"/>
                    <a:pt x="0" y="163"/>
                    <a:pt x="31" y="189"/>
                  </a:cubicBezTo>
                  <a:cubicBezTo>
                    <a:pt x="42" y="198"/>
                    <a:pt x="56" y="201"/>
                    <a:pt x="68" y="208"/>
                  </a:cubicBezTo>
                  <a:cubicBezTo>
                    <a:pt x="116" y="201"/>
                    <a:pt x="107" y="200"/>
                    <a:pt x="141" y="177"/>
                  </a:cubicBezTo>
                  <a:cubicBezTo>
                    <a:pt x="156" y="130"/>
                    <a:pt x="150" y="153"/>
                    <a:pt x="160" y="110"/>
                  </a:cubicBezTo>
                  <a:cubicBezTo>
                    <a:pt x="153" y="75"/>
                    <a:pt x="139" y="47"/>
                    <a:pt x="104" y="36"/>
                  </a:cubicBezTo>
                  <a:cubicBezTo>
                    <a:pt x="90" y="15"/>
                    <a:pt x="79" y="8"/>
                    <a:pt x="55" y="0"/>
                  </a:cubicBezTo>
                  <a:cubicBezTo>
                    <a:pt x="23" y="8"/>
                    <a:pt x="14" y="10"/>
                    <a:pt x="6" y="42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240547" y="2769188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050869" y="27053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963375" y="2662338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822397" y="2433852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2543354" y="234245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1961507" y="267779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473801" y="2708034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2543354" y="2525246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3753191" y="2495005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4286338" y="2403611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2194758" y="228130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961507" y="27389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2194758" y="2830342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8" name="Google Shape;9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30013" y="3839038"/>
            <a:ext cx="917089" cy="1027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6550" y="2876529"/>
            <a:ext cx="673661" cy="2352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3"/>
          <p:cNvGrpSpPr/>
          <p:nvPr/>
        </p:nvGrpSpPr>
        <p:grpSpPr>
          <a:xfrm>
            <a:off x="2374232" y="3862667"/>
            <a:ext cx="923273" cy="875971"/>
            <a:chOff x="3898742" y="3647266"/>
            <a:chExt cx="1616657" cy="1749841"/>
          </a:xfrm>
        </p:grpSpPr>
        <p:pic>
          <p:nvPicPr>
            <p:cNvPr id="101" name="Google Shape;101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09696" y="3647266"/>
              <a:ext cx="1605703" cy="17498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" name="Google Shape;102;p13"/>
            <p:cNvGrpSpPr/>
            <p:nvPr/>
          </p:nvGrpSpPr>
          <p:grpSpPr>
            <a:xfrm>
              <a:off x="4385014" y="4697990"/>
              <a:ext cx="449566" cy="534287"/>
              <a:chOff x="1651877" y="4237317"/>
              <a:chExt cx="449566" cy="534287"/>
            </a:xfrm>
          </p:grpSpPr>
          <p:pic>
            <p:nvPicPr>
              <p:cNvPr id="103" name="Google Shape;103;p1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825178" y="4404791"/>
                <a:ext cx="276265" cy="366813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</p:pic>
          <p:grpSp>
            <p:nvGrpSpPr>
              <p:cNvPr id="104" name="Google Shape;104;p13"/>
              <p:cNvGrpSpPr/>
              <p:nvPr/>
            </p:nvGrpSpPr>
            <p:grpSpPr>
              <a:xfrm>
                <a:off x="1651877" y="4237317"/>
                <a:ext cx="392218" cy="307195"/>
                <a:chOff x="7873241" y="4384111"/>
                <a:chExt cx="445500" cy="561600"/>
              </a:xfrm>
            </p:grpSpPr>
            <p:sp>
              <p:nvSpPr>
                <p:cNvPr id="105" name="Google Shape;105;p13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" name="Google Shape;106;p13"/>
                <p:cNvSpPr/>
                <p:nvPr/>
              </p:nvSpPr>
              <p:spPr>
                <a:xfrm>
                  <a:off x="7958114" y="4465798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" name="Google Shape;107;p13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13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9" name="Google Shape;109;p13"/>
            <p:cNvGrpSpPr/>
            <p:nvPr/>
          </p:nvGrpSpPr>
          <p:grpSpPr>
            <a:xfrm>
              <a:off x="4855843" y="4657849"/>
              <a:ext cx="449566" cy="534287"/>
              <a:chOff x="1651877" y="4237317"/>
              <a:chExt cx="449566" cy="534287"/>
            </a:xfrm>
          </p:grpSpPr>
          <p:pic>
            <p:nvPicPr>
              <p:cNvPr id="110" name="Google Shape;110;p1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825178" y="4404791"/>
                <a:ext cx="276265" cy="366813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</p:pic>
          <p:grpSp>
            <p:nvGrpSpPr>
              <p:cNvPr id="111" name="Google Shape;111;p13"/>
              <p:cNvGrpSpPr/>
              <p:nvPr/>
            </p:nvGrpSpPr>
            <p:grpSpPr>
              <a:xfrm>
                <a:off x="1651877" y="4237317"/>
                <a:ext cx="392218" cy="307195"/>
                <a:chOff x="7873241" y="4384111"/>
                <a:chExt cx="445500" cy="561600"/>
              </a:xfrm>
            </p:grpSpPr>
            <p:sp>
              <p:nvSpPr>
                <p:cNvPr id="112" name="Google Shape;112;p13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" name="Google Shape;113;p13"/>
                <p:cNvSpPr/>
                <p:nvPr/>
              </p:nvSpPr>
              <p:spPr>
                <a:xfrm>
                  <a:off x="7958114" y="4465798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Google Shape;114;p13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Google Shape;115;p13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6" name="Google Shape;116;p13"/>
            <p:cNvGrpSpPr/>
            <p:nvPr/>
          </p:nvGrpSpPr>
          <p:grpSpPr>
            <a:xfrm>
              <a:off x="3898742" y="4660810"/>
              <a:ext cx="449566" cy="534287"/>
              <a:chOff x="1651877" y="4237317"/>
              <a:chExt cx="449566" cy="534287"/>
            </a:xfrm>
          </p:grpSpPr>
          <p:pic>
            <p:nvPicPr>
              <p:cNvPr id="117" name="Google Shape;117;p1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825178" y="4404791"/>
                <a:ext cx="276265" cy="366813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</p:pic>
          <p:grpSp>
            <p:nvGrpSpPr>
              <p:cNvPr id="118" name="Google Shape;118;p13"/>
              <p:cNvGrpSpPr/>
              <p:nvPr/>
            </p:nvGrpSpPr>
            <p:grpSpPr>
              <a:xfrm>
                <a:off x="1651877" y="4237317"/>
                <a:ext cx="392218" cy="307195"/>
                <a:chOff x="7873241" y="4384111"/>
                <a:chExt cx="445500" cy="561600"/>
              </a:xfrm>
            </p:grpSpPr>
            <p:sp>
              <p:nvSpPr>
                <p:cNvPr id="119" name="Google Shape;119;p13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" name="Google Shape;120;p13"/>
                <p:cNvSpPr/>
                <p:nvPr/>
              </p:nvSpPr>
              <p:spPr>
                <a:xfrm>
                  <a:off x="7958114" y="4465798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" name="Google Shape;121;p13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" name="Google Shape;122;p13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23" name="Google Shape;123;p13"/>
          <p:cNvGrpSpPr/>
          <p:nvPr/>
        </p:nvGrpSpPr>
        <p:grpSpPr>
          <a:xfrm>
            <a:off x="4341817" y="4318580"/>
            <a:ext cx="258293" cy="252394"/>
            <a:chOff x="1545733" y="4928246"/>
            <a:chExt cx="452273" cy="504183"/>
          </a:xfrm>
        </p:grpSpPr>
        <p:pic>
          <p:nvPicPr>
            <p:cNvPr id="124" name="Google Shape;124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125" name="Google Shape;125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126" name="Google Shape;126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0" name="Google Shape;130;p13"/>
          <p:cNvGrpSpPr/>
          <p:nvPr/>
        </p:nvGrpSpPr>
        <p:grpSpPr>
          <a:xfrm>
            <a:off x="3801249" y="4490571"/>
            <a:ext cx="258293" cy="252394"/>
            <a:chOff x="1545733" y="4928246"/>
            <a:chExt cx="452273" cy="504183"/>
          </a:xfrm>
        </p:grpSpPr>
        <p:pic>
          <p:nvPicPr>
            <p:cNvPr id="131" name="Google Shape;131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132" name="Google Shape;132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133" name="Google Shape;133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7" name="Google Shape;137;p13"/>
          <p:cNvGrpSpPr/>
          <p:nvPr/>
        </p:nvGrpSpPr>
        <p:grpSpPr>
          <a:xfrm>
            <a:off x="3999027" y="4300688"/>
            <a:ext cx="258293" cy="252394"/>
            <a:chOff x="1545733" y="4928246"/>
            <a:chExt cx="452273" cy="504183"/>
          </a:xfrm>
        </p:grpSpPr>
        <p:pic>
          <p:nvPicPr>
            <p:cNvPr id="138" name="Google Shape;138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139" name="Google Shape;139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140" name="Google Shape;140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4" name="Google Shape;144;p13"/>
          <p:cNvGrpSpPr/>
          <p:nvPr/>
        </p:nvGrpSpPr>
        <p:grpSpPr>
          <a:xfrm>
            <a:off x="4062912" y="4589193"/>
            <a:ext cx="258293" cy="252394"/>
            <a:chOff x="1545733" y="4928246"/>
            <a:chExt cx="452273" cy="504183"/>
          </a:xfrm>
        </p:grpSpPr>
        <p:pic>
          <p:nvPicPr>
            <p:cNvPr id="145" name="Google Shape;145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146" name="Google Shape;146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147" name="Google Shape;147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1" name="Google Shape;151;p13"/>
          <p:cNvGrpSpPr/>
          <p:nvPr/>
        </p:nvGrpSpPr>
        <p:grpSpPr>
          <a:xfrm>
            <a:off x="4311610" y="4545209"/>
            <a:ext cx="258293" cy="252394"/>
            <a:chOff x="1545733" y="4928246"/>
            <a:chExt cx="452273" cy="504183"/>
          </a:xfrm>
        </p:grpSpPr>
        <p:pic>
          <p:nvPicPr>
            <p:cNvPr id="152" name="Google Shape;152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153" name="Google Shape;153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154" name="Google Shape;154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8" name="Google Shape;158;p13"/>
          <p:cNvGrpSpPr/>
          <p:nvPr/>
        </p:nvGrpSpPr>
        <p:grpSpPr>
          <a:xfrm>
            <a:off x="5279631" y="3661408"/>
            <a:ext cx="917017" cy="971340"/>
            <a:chOff x="8069155" y="3425172"/>
            <a:chExt cx="1605703" cy="1940351"/>
          </a:xfrm>
        </p:grpSpPr>
        <p:pic>
          <p:nvPicPr>
            <p:cNvPr id="159" name="Google Shape;159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069155" y="3425172"/>
              <a:ext cx="1605703" cy="19403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0" name="Google Shape;160;p13"/>
            <p:cNvGrpSpPr/>
            <p:nvPr/>
          </p:nvGrpSpPr>
          <p:grpSpPr>
            <a:xfrm>
              <a:off x="8522909" y="4290283"/>
              <a:ext cx="452273" cy="504183"/>
              <a:chOff x="1545733" y="4928246"/>
              <a:chExt cx="452273" cy="504183"/>
            </a:xfrm>
          </p:grpSpPr>
          <p:pic>
            <p:nvPicPr>
              <p:cNvPr id="161" name="Google Shape;161;p1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729940" y="5073053"/>
                <a:ext cx="268066" cy="3593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62" name="Google Shape;162;p13"/>
              <p:cNvGrpSpPr/>
              <p:nvPr/>
            </p:nvGrpSpPr>
            <p:grpSpPr>
              <a:xfrm>
                <a:off x="1545733" y="4928246"/>
                <a:ext cx="380591" cy="301018"/>
                <a:chOff x="7873241" y="4384111"/>
                <a:chExt cx="445500" cy="561600"/>
              </a:xfrm>
            </p:grpSpPr>
            <p:sp>
              <p:nvSpPr>
                <p:cNvPr id="163" name="Google Shape;163;p13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" name="Google Shape;164;p13"/>
                <p:cNvSpPr/>
                <p:nvPr/>
              </p:nvSpPr>
              <p:spPr>
                <a:xfrm>
                  <a:off x="7958118" y="4465799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" name="Google Shape;165;p13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" name="Google Shape;166;p13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7" name="Google Shape;167;p13"/>
            <p:cNvGrpSpPr/>
            <p:nvPr/>
          </p:nvGrpSpPr>
          <p:grpSpPr>
            <a:xfrm>
              <a:off x="8995078" y="4581251"/>
              <a:ext cx="452273" cy="504183"/>
              <a:chOff x="1545733" y="4928246"/>
              <a:chExt cx="452273" cy="504183"/>
            </a:xfrm>
          </p:grpSpPr>
          <p:pic>
            <p:nvPicPr>
              <p:cNvPr id="168" name="Google Shape;168;p1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729940" y="5073053"/>
                <a:ext cx="268066" cy="3593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69" name="Google Shape;169;p13"/>
              <p:cNvGrpSpPr/>
              <p:nvPr/>
            </p:nvGrpSpPr>
            <p:grpSpPr>
              <a:xfrm>
                <a:off x="1545733" y="4928246"/>
                <a:ext cx="380591" cy="301018"/>
                <a:chOff x="7873241" y="4384111"/>
                <a:chExt cx="445500" cy="561600"/>
              </a:xfrm>
            </p:grpSpPr>
            <p:sp>
              <p:nvSpPr>
                <p:cNvPr id="170" name="Google Shape;170;p13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71;p13"/>
                <p:cNvSpPr/>
                <p:nvPr/>
              </p:nvSpPr>
              <p:spPr>
                <a:xfrm>
                  <a:off x="7958118" y="4465799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" name="Google Shape;172;p13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" name="Google Shape;173;p13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4" name="Google Shape;174;p13"/>
            <p:cNvGrpSpPr/>
            <p:nvPr/>
          </p:nvGrpSpPr>
          <p:grpSpPr>
            <a:xfrm>
              <a:off x="8565276" y="4835152"/>
              <a:ext cx="452273" cy="504183"/>
              <a:chOff x="1545733" y="4928246"/>
              <a:chExt cx="452273" cy="504183"/>
            </a:xfrm>
          </p:grpSpPr>
          <p:pic>
            <p:nvPicPr>
              <p:cNvPr id="175" name="Google Shape;175;p1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729940" y="5073053"/>
                <a:ext cx="268066" cy="3593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6" name="Google Shape;176;p13"/>
              <p:cNvGrpSpPr/>
              <p:nvPr/>
            </p:nvGrpSpPr>
            <p:grpSpPr>
              <a:xfrm>
                <a:off x="1545733" y="4928246"/>
                <a:ext cx="380591" cy="301018"/>
                <a:chOff x="7873241" y="4384111"/>
                <a:chExt cx="445500" cy="561600"/>
              </a:xfrm>
            </p:grpSpPr>
            <p:sp>
              <p:nvSpPr>
                <p:cNvPr id="177" name="Google Shape;177;p13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" name="Google Shape;178;p13"/>
                <p:cNvSpPr/>
                <p:nvPr/>
              </p:nvSpPr>
              <p:spPr>
                <a:xfrm>
                  <a:off x="7958118" y="4465799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p13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" name="Google Shape;180;p13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1" name="Google Shape;181;p13"/>
            <p:cNvGrpSpPr/>
            <p:nvPr/>
          </p:nvGrpSpPr>
          <p:grpSpPr>
            <a:xfrm>
              <a:off x="8105720" y="4538181"/>
              <a:ext cx="452273" cy="504183"/>
              <a:chOff x="1545733" y="4928246"/>
              <a:chExt cx="452273" cy="504183"/>
            </a:xfrm>
          </p:grpSpPr>
          <p:pic>
            <p:nvPicPr>
              <p:cNvPr id="182" name="Google Shape;182;p1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729940" y="5073053"/>
                <a:ext cx="268066" cy="3593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83" name="Google Shape;183;p13"/>
              <p:cNvGrpSpPr/>
              <p:nvPr/>
            </p:nvGrpSpPr>
            <p:grpSpPr>
              <a:xfrm>
                <a:off x="1545733" y="4928246"/>
                <a:ext cx="380591" cy="301018"/>
                <a:chOff x="7873241" y="4384111"/>
                <a:chExt cx="445500" cy="561600"/>
              </a:xfrm>
            </p:grpSpPr>
            <p:sp>
              <p:nvSpPr>
                <p:cNvPr id="184" name="Google Shape;184;p13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" name="Google Shape;185;p13"/>
                <p:cNvSpPr/>
                <p:nvPr/>
              </p:nvSpPr>
              <p:spPr>
                <a:xfrm>
                  <a:off x="7958118" y="4465799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13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87;p13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88" name="Google Shape;188;p13"/>
          <p:cNvGrpSpPr/>
          <p:nvPr/>
        </p:nvGrpSpPr>
        <p:grpSpPr>
          <a:xfrm>
            <a:off x="4641994" y="3463701"/>
            <a:ext cx="258293" cy="252394"/>
            <a:chOff x="1545733" y="4928246"/>
            <a:chExt cx="452273" cy="504183"/>
          </a:xfrm>
        </p:grpSpPr>
        <p:pic>
          <p:nvPicPr>
            <p:cNvPr id="189" name="Google Shape;189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" name="Google Shape;190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191" name="Google Shape;191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5" name="Google Shape;195;p13"/>
          <p:cNvGrpSpPr/>
          <p:nvPr/>
        </p:nvGrpSpPr>
        <p:grpSpPr>
          <a:xfrm>
            <a:off x="3629422" y="3895817"/>
            <a:ext cx="258293" cy="252394"/>
            <a:chOff x="1545733" y="4928246"/>
            <a:chExt cx="452273" cy="504183"/>
          </a:xfrm>
        </p:grpSpPr>
        <p:pic>
          <p:nvPicPr>
            <p:cNvPr id="196" name="Google Shape;196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7" name="Google Shape;197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198" name="Google Shape;198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2" name="Google Shape;202;p13"/>
          <p:cNvGrpSpPr/>
          <p:nvPr/>
        </p:nvGrpSpPr>
        <p:grpSpPr>
          <a:xfrm>
            <a:off x="4867257" y="4051768"/>
            <a:ext cx="258293" cy="252394"/>
            <a:chOff x="1545733" y="4928246"/>
            <a:chExt cx="452273" cy="504183"/>
          </a:xfrm>
        </p:grpSpPr>
        <p:pic>
          <p:nvPicPr>
            <p:cNvPr id="203" name="Google Shape;203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4" name="Google Shape;204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9" name="Google Shape;209;p13"/>
          <p:cNvGrpSpPr/>
          <p:nvPr/>
        </p:nvGrpSpPr>
        <p:grpSpPr>
          <a:xfrm>
            <a:off x="4850307" y="4444843"/>
            <a:ext cx="258293" cy="252394"/>
            <a:chOff x="1545733" y="4928246"/>
            <a:chExt cx="452273" cy="504183"/>
          </a:xfrm>
        </p:grpSpPr>
        <p:pic>
          <p:nvPicPr>
            <p:cNvPr id="210" name="Google Shape;210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1" name="Google Shape;211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212" name="Google Shape;212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16" name="Google Shape;21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89488">
            <a:off x="2499826" y="3679743"/>
            <a:ext cx="673843" cy="300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566456">
            <a:off x="3575359" y="2154080"/>
            <a:ext cx="722684" cy="48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06326" y="3044266"/>
            <a:ext cx="500561" cy="17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8474" y="3632787"/>
            <a:ext cx="798047" cy="35641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3"/>
          <p:cNvSpPr txBox="1"/>
          <p:nvPr/>
        </p:nvSpPr>
        <p:spPr>
          <a:xfrm>
            <a:off x="1557631" y="4738638"/>
            <a:ext cx="816600" cy="184800"/>
          </a:xfrm>
          <a:prstGeom prst="rect">
            <a:avLst/>
          </a:prstGeom>
          <a:solidFill>
            <a:srgbClr val="AEAEAE"/>
          </a:solidFill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75" lIns="45775" spcFirstLastPara="1" rIns="45775" wrap="square" tIns="228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Area</a:t>
            </a:r>
            <a:endParaRPr sz="700"/>
          </a:p>
        </p:txBody>
      </p:sp>
      <p:sp>
        <p:nvSpPr>
          <p:cNvPr id="221" name="Google Shape;221;p13"/>
          <p:cNvSpPr/>
          <p:nvPr/>
        </p:nvSpPr>
        <p:spPr>
          <a:xfrm>
            <a:off x="2908395" y="2848375"/>
            <a:ext cx="2853900" cy="3414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13"/>
          <p:cNvPicPr preferRelativeResize="0"/>
          <p:nvPr/>
        </p:nvPicPr>
        <p:blipFill rotWithShape="1">
          <a:blip r:embed="rId5">
            <a:alphaModFix/>
          </a:blip>
          <a:srcRect b="61563" l="38682" r="24549" t="5483"/>
          <a:stretch/>
        </p:blipFill>
        <p:spPr>
          <a:xfrm>
            <a:off x="4912633" y="2828730"/>
            <a:ext cx="796800" cy="233100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38152" rotWithShape="0" algn="tl" dir="7800000" dist="19076">
              <a:srgbClr val="000000">
                <a:alpha val="40000"/>
              </a:srgbClr>
            </a:outerShdw>
          </a:effectLst>
        </p:spPr>
      </p:pic>
      <p:pic>
        <p:nvPicPr>
          <p:cNvPr id="223" name="Google Shape;22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77719" y="2988333"/>
            <a:ext cx="500561" cy="17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94216" y="2821749"/>
            <a:ext cx="500561" cy="17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1875" y="2946792"/>
            <a:ext cx="500561" cy="1748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13"/>
          <p:cNvCxnSpPr/>
          <p:nvPr/>
        </p:nvCxnSpPr>
        <p:spPr>
          <a:xfrm>
            <a:off x="4274750" y="3866678"/>
            <a:ext cx="15600" cy="729000"/>
          </a:xfrm>
          <a:prstGeom prst="straightConnector1">
            <a:avLst/>
          </a:prstGeom>
          <a:noFill/>
          <a:ln cap="flat" cmpd="sng" w="9525">
            <a:solidFill>
              <a:srgbClr val="0070C0">
                <a:alpha val="50980"/>
              </a:srgbClr>
            </a:solidFill>
            <a:prstDash val="dash"/>
            <a:miter lim="800000"/>
            <a:headEnd len="sm" w="sm" type="none"/>
            <a:tailEnd len="lg" w="lg" type="oval"/>
          </a:ln>
        </p:spPr>
      </p:cxnSp>
      <p:cxnSp>
        <p:nvCxnSpPr>
          <p:cNvPr id="227" name="Google Shape;227;p13"/>
          <p:cNvCxnSpPr>
            <a:endCxn id="103" idx="2"/>
          </p:cNvCxnSpPr>
          <p:nvPr/>
        </p:nvCxnSpPr>
        <p:spPr>
          <a:xfrm flipH="1">
            <a:off x="2829802" y="3862624"/>
            <a:ext cx="7200" cy="793500"/>
          </a:xfrm>
          <a:prstGeom prst="straightConnector1">
            <a:avLst/>
          </a:prstGeom>
          <a:noFill/>
          <a:ln cap="flat" cmpd="sng" w="9525">
            <a:solidFill>
              <a:srgbClr val="0070C0">
                <a:alpha val="50980"/>
              </a:srgbClr>
            </a:solidFill>
            <a:prstDash val="dash"/>
            <a:miter lim="800000"/>
            <a:headEnd len="sm" w="sm" type="none"/>
            <a:tailEnd len="lg" w="lg" type="oval"/>
          </a:ln>
        </p:spPr>
      </p:cxnSp>
      <p:cxnSp>
        <p:nvCxnSpPr>
          <p:cNvPr id="228" name="Google Shape;228;p13"/>
          <p:cNvCxnSpPr/>
          <p:nvPr/>
        </p:nvCxnSpPr>
        <p:spPr>
          <a:xfrm>
            <a:off x="5735501" y="3658927"/>
            <a:ext cx="15600" cy="729000"/>
          </a:xfrm>
          <a:prstGeom prst="straightConnector1">
            <a:avLst/>
          </a:prstGeom>
          <a:noFill/>
          <a:ln cap="flat" cmpd="sng" w="9525">
            <a:solidFill>
              <a:srgbClr val="0070C0">
                <a:alpha val="50980"/>
              </a:srgbClr>
            </a:solidFill>
            <a:prstDash val="dash"/>
            <a:miter lim="800000"/>
            <a:headEnd len="sm" w="sm" type="none"/>
            <a:tailEnd len="lg" w="lg" type="oval"/>
          </a:ln>
        </p:spPr>
      </p:cxnSp>
      <p:grpSp>
        <p:nvGrpSpPr>
          <p:cNvPr id="229" name="Google Shape;229;p13"/>
          <p:cNvGrpSpPr/>
          <p:nvPr/>
        </p:nvGrpSpPr>
        <p:grpSpPr>
          <a:xfrm rot="74980">
            <a:off x="3868694" y="1083383"/>
            <a:ext cx="382969" cy="1317828"/>
            <a:chOff x="9920331" y="3037025"/>
            <a:chExt cx="576016" cy="2272117"/>
          </a:xfrm>
        </p:grpSpPr>
        <p:grpSp>
          <p:nvGrpSpPr>
            <p:cNvPr id="230" name="Google Shape;230;p13"/>
            <p:cNvGrpSpPr/>
            <p:nvPr/>
          </p:nvGrpSpPr>
          <p:grpSpPr>
            <a:xfrm>
              <a:off x="9920331" y="5082319"/>
              <a:ext cx="575600" cy="226823"/>
              <a:chOff x="1096215" y="4521350"/>
              <a:chExt cx="1006293" cy="287700"/>
            </a:xfrm>
          </p:grpSpPr>
          <p:sp>
            <p:nvSpPr>
              <p:cNvPr id="231" name="Google Shape;231;p13"/>
              <p:cNvSpPr/>
              <p:nvPr/>
            </p:nvSpPr>
            <p:spPr>
              <a:xfrm rot="5461019">
                <a:off x="1472788" y="4157673"/>
                <a:ext cx="253540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3"/>
              <p:cNvSpPr/>
              <p:nvPr/>
            </p:nvSpPr>
            <p:spPr>
              <a:xfrm flipH="1" rot="5461041">
                <a:off x="1464144" y="4164424"/>
                <a:ext cx="270343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3" name="Google Shape;233;p13"/>
            <p:cNvSpPr/>
            <p:nvPr/>
          </p:nvSpPr>
          <p:spPr>
            <a:xfrm>
              <a:off x="9923323" y="3037025"/>
              <a:ext cx="573024" cy="2268283"/>
            </a:xfrm>
            <a:custGeom>
              <a:rect b="b" l="l" r="r" t="t"/>
              <a:pathLst>
                <a:path extrusionOk="0" h="2268283" w="573024">
                  <a:moveTo>
                    <a:pt x="165037" y="0"/>
                  </a:moveTo>
                  <a:lnTo>
                    <a:pt x="573024" y="2164244"/>
                  </a:lnTo>
                  <a:lnTo>
                    <a:pt x="570478" y="2164353"/>
                  </a:lnTo>
                  <a:lnTo>
                    <a:pt x="573024" y="2172772"/>
                  </a:lnTo>
                  <a:cubicBezTo>
                    <a:pt x="573024" y="2225521"/>
                    <a:pt x="444748" y="2268283"/>
                    <a:pt x="286512" y="2268283"/>
                  </a:cubicBezTo>
                  <a:cubicBezTo>
                    <a:pt x="148056" y="2268283"/>
                    <a:pt x="32537" y="2235544"/>
                    <a:pt x="5821" y="2192021"/>
                  </a:cubicBezTo>
                  <a:lnTo>
                    <a:pt x="4734" y="2188427"/>
                  </a:lnTo>
                  <a:lnTo>
                    <a:pt x="0" y="2188628"/>
                  </a:lnTo>
                  <a:lnTo>
                    <a:pt x="570" y="2174656"/>
                  </a:lnTo>
                  <a:lnTo>
                    <a:pt x="0" y="2172772"/>
                  </a:lnTo>
                  <a:lnTo>
                    <a:pt x="747" y="2170302"/>
                  </a:lnTo>
                  <a:cubicBezTo>
                    <a:pt x="30978" y="1428635"/>
                    <a:pt x="134806" y="741667"/>
                    <a:pt x="165037" y="0"/>
                  </a:cubicBezTo>
                  <a:close/>
                </a:path>
              </a:pathLst>
            </a:custGeom>
            <a:solidFill>
              <a:srgbClr val="FF0000">
                <a:alpha val="29800"/>
              </a:srgbClr>
            </a:solidFill>
            <a:ln>
              <a:noFill/>
            </a:ln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p13"/>
          <p:cNvGrpSpPr/>
          <p:nvPr/>
        </p:nvGrpSpPr>
        <p:grpSpPr>
          <a:xfrm rot="10654018">
            <a:off x="5004943" y="2876761"/>
            <a:ext cx="518224" cy="137017"/>
            <a:chOff x="1961507" y="2281304"/>
            <a:chExt cx="2558087" cy="641104"/>
          </a:xfrm>
        </p:grpSpPr>
        <p:sp>
          <p:nvSpPr>
            <p:cNvPr id="235" name="Google Shape;235;p13"/>
            <p:cNvSpPr/>
            <p:nvPr/>
          </p:nvSpPr>
          <p:spPr>
            <a:xfrm>
              <a:off x="4170994" y="2769188"/>
              <a:ext cx="348600" cy="121500"/>
            </a:xfrm>
            <a:prstGeom prst="ellipse">
              <a:avLst/>
            </a:pr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3240547" y="2373371"/>
              <a:ext cx="410114" cy="139780"/>
            </a:xfrm>
            <a:custGeom>
              <a:rect b="b" l="l" r="r" t="t"/>
              <a:pathLst>
                <a:path extrusionOk="0" h="208" w="160">
                  <a:moveTo>
                    <a:pt x="6" y="42"/>
                  </a:moveTo>
                  <a:cubicBezTo>
                    <a:pt x="7" y="58"/>
                    <a:pt x="0" y="163"/>
                    <a:pt x="31" y="189"/>
                  </a:cubicBezTo>
                  <a:cubicBezTo>
                    <a:pt x="42" y="198"/>
                    <a:pt x="56" y="201"/>
                    <a:pt x="68" y="208"/>
                  </a:cubicBezTo>
                  <a:cubicBezTo>
                    <a:pt x="116" y="201"/>
                    <a:pt x="107" y="200"/>
                    <a:pt x="141" y="177"/>
                  </a:cubicBezTo>
                  <a:cubicBezTo>
                    <a:pt x="156" y="130"/>
                    <a:pt x="150" y="153"/>
                    <a:pt x="160" y="110"/>
                  </a:cubicBezTo>
                  <a:cubicBezTo>
                    <a:pt x="153" y="75"/>
                    <a:pt x="139" y="47"/>
                    <a:pt x="104" y="36"/>
                  </a:cubicBezTo>
                  <a:cubicBezTo>
                    <a:pt x="90" y="15"/>
                    <a:pt x="79" y="8"/>
                    <a:pt x="55" y="0"/>
                  </a:cubicBezTo>
                  <a:cubicBezTo>
                    <a:pt x="23" y="8"/>
                    <a:pt x="14" y="10"/>
                    <a:pt x="6" y="42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3240547" y="2769188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3050869" y="27053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3963375" y="2662338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3822397" y="2433852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2543354" y="234245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1961507" y="267779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3473801" y="2708034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2543354" y="2525246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3753191" y="2495005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4286338" y="2403611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2194758" y="228130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1961507" y="27389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2194758" y="2830342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13"/>
          <p:cNvGrpSpPr/>
          <p:nvPr/>
        </p:nvGrpSpPr>
        <p:grpSpPr>
          <a:xfrm rot="10654018">
            <a:off x="4284018" y="3007224"/>
            <a:ext cx="518224" cy="137017"/>
            <a:chOff x="1961507" y="2281304"/>
            <a:chExt cx="2558087" cy="641104"/>
          </a:xfrm>
        </p:grpSpPr>
        <p:sp>
          <p:nvSpPr>
            <p:cNvPr id="251" name="Google Shape;251;p13"/>
            <p:cNvSpPr/>
            <p:nvPr/>
          </p:nvSpPr>
          <p:spPr>
            <a:xfrm>
              <a:off x="4170994" y="2769188"/>
              <a:ext cx="348600" cy="121500"/>
            </a:xfrm>
            <a:prstGeom prst="ellipse">
              <a:avLst/>
            </a:pr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3240547" y="2373371"/>
              <a:ext cx="410114" cy="139780"/>
            </a:xfrm>
            <a:custGeom>
              <a:rect b="b" l="l" r="r" t="t"/>
              <a:pathLst>
                <a:path extrusionOk="0" h="208" w="160">
                  <a:moveTo>
                    <a:pt x="6" y="42"/>
                  </a:moveTo>
                  <a:cubicBezTo>
                    <a:pt x="7" y="58"/>
                    <a:pt x="0" y="163"/>
                    <a:pt x="31" y="189"/>
                  </a:cubicBezTo>
                  <a:cubicBezTo>
                    <a:pt x="42" y="198"/>
                    <a:pt x="56" y="201"/>
                    <a:pt x="68" y="208"/>
                  </a:cubicBezTo>
                  <a:cubicBezTo>
                    <a:pt x="116" y="201"/>
                    <a:pt x="107" y="200"/>
                    <a:pt x="141" y="177"/>
                  </a:cubicBezTo>
                  <a:cubicBezTo>
                    <a:pt x="156" y="130"/>
                    <a:pt x="150" y="153"/>
                    <a:pt x="160" y="110"/>
                  </a:cubicBezTo>
                  <a:cubicBezTo>
                    <a:pt x="153" y="75"/>
                    <a:pt x="139" y="47"/>
                    <a:pt x="104" y="36"/>
                  </a:cubicBezTo>
                  <a:cubicBezTo>
                    <a:pt x="90" y="15"/>
                    <a:pt x="79" y="8"/>
                    <a:pt x="55" y="0"/>
                  </a:cubicBezTo>
                  <a:cubicBezTo>
                    <a:pt x="23" y="8"/>
                    <a:pt x="14" y="10"/>
                    <a:pt x="6" y="42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3240547" y="2769188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3050869" y="27053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3963375" y="2662338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3822397" y="2433852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2543354" y="234245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1961507" y="267779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3473801" y="2708034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2543354" y="2525246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3753191" y="2495005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4286338" y="2403611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2194758" y="228130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1961507" y="27389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2194758" y="2830342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6" name="Google Shape;266;p13"/>
          <p:cNvCxnSpPr/>
          <p:nvPr/>
        </p:nvCxnSpPr>
        <p:spPr>
          <a:xfrm flipH="1">
            <a:off x="3890425" y="2568625"/>
            <a:ext cx="170100" cy="148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13"/>
          <p:cNvCxnSpPr>
            <a:endCxn id="189" idx="1"/>
          </p:cNvCxnSpPr>
          <p:nvPr/>
        </p:nvCxnSpPr>
        <p:spPr>
          <a:xfrm>
            <a:off x="4106695" y="2572843"/>
            <a:ext cx="640500" cy="1053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13"/>
          <p:cNvCxnSpPr/>
          <p:nvPr/>
        </p:nvCxnSpPr>
        <p:spPr>
          <a:xfrm>
            <a:off x="4051325" y="2531300"/>
            <a:ext cx="920100" cy="183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69" name="Google Shape;269;p13"/>
          <p:cNvSpPr/>
          <p:nvPr/>
        </p:nvSpPr>
        <p:spPr>
          <a:xfrm rot="-3983352">
            <a:off x="6582839" y="3500308"/>
            <a:ext cx="477008" cy="466218"/>
          </a:xfrm>
          <a:prstGeom prst="cloud">
            <a:avLst/>
          </a:prstGeom>
          <a:solidFill>
            <a:srgbClr val="D8D8D8">
              <a:alpha val="68630"/>
            </a:srgbClr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" name="Google Shape;270;p13"/>
          <p:cNvGrpSpPr/>
          <p:nvPr/>
        </p:nvGrpSpPr>
        <p:grpSpPr>
          <a:xfrm>
            <a:off x="6683869" y="3585576"/>
            <a:ext cx="258293" cy="252394"/>
            <a:chOff x="1545733" y="4928246"/>
            <a:chExt cx="452273" cy="504183"/>
          </a:xfrm>
        </p:grpSpPr>
        <p:pic>
          <p:nvPicPr>
            <p:cNvPr id="271" name="Google Shape;271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2" name="Google Shape;272;p13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273" name="Google Shape;273;p13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77" name="Google Shape;277;p13"/>
          <p:cNvCxnSpPr>
            <a:endCxn id="271" idx="1"/>
          </p:cNvCxnSpPr>
          <p:nvPr/>
        </p:nvCxnSpPr>
        <p:spPr>
          <a:xfrm>
            <a:off x="4096870" y="2584018"/>
            <a:ext cx="2692200" cy="11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/>
          <p:nvPr/>
        </p:nvSpPr>
        <p:spPr>
          <a:xfrm>
            <a:off x="403200" y="327025"/>
            <a:ext cx="4168800" cy="612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 Role to be played: UAVs assistant</a:t>
            </a:r>
            <a:endParaRPr b="1"/>
          </a:p>
        </p:txBody>
      </p:sp>
      <p:sp>
        <p:nvSpPr>
          <p:cNvPr id="283" name="Google Shape;283;p14"/>
          <p:cNvSpPr/>
          <p:nvPr/>
        </p:nvSpPr>
        <p:spPr>
          <a:xfrm>
            <a:off x="291800" y="1023300"/>
            <a:ext cx="4168800" cy="167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/>
              <a:t> Essential hints for decision-making: 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/>
              <a:t>1. You must output a decision when you finish this task.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/>
              <a:t>2. Your final output decision must be unique and not ambiguous.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/>
              <a:t>3. You need to know your available actions and UAVs state before you make any decision.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/>
              <a:t> 4. [..].</a:t>
            </a:r>
            <a:endParaRPr sz="1200"/>
          </a:p>
        </p:txBody>
      </p:sp>
      <p:sp>
        <p:nvSpPr>
          <p:cNvPr id="284" name="Google Shape;284;p14"/>
          <p:cNvSpPr/>
          <p:nvPr/>
        </p:nvSpPr>
        <p:spPr>
          <a:xfrm>
            <a:off x="143250" y="2833875"/>
            <a:ext cx="4688700" cy="193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Traffic scenario description: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Static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1. Environment size.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2. UAV’s action space, coverage area and velocity.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Dynamic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1. RL Agent Action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2. UAV states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3. Throughput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4. User heatmap</a:t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5320950" y="837650"/>
            <a:ext cx="2906100" cy="136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chemeClr val="dk1"/>
                </a:solidFill>
              </a:rPr>
              <a:t> Logical chain of answers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chemeClr val="dk1"/>
                </a:solidFill>
              </a:rPr>
              <a:t>Decision: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100">
                <a:solidFill>
                  <a:schemeClr val="dk1"/>
                </a:solidFill>
              </a:rPr>
              <a:t>Is the RL-suggested action beneficial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100">
                <a:solidFill>
                  <a:schemeClr val="dk1"/>
                </a:solidFill>
              </a:rPr>
              <a:t>Final Action: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100">
                <a:solidFill>
                  <a:schemeClr val="dk1"/>
                </a:solidFill>
              </a:rPr>
              <a:t> -ONLY the number of Action you suggestion 0,1,2,3 or 4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5437050" y="2571750"/>
            <a:ext cx="2673900" cy="129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Answer format: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-Only the action of each UAV, no explanation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/>
          <p:nvPr/>
        </p:nvSpPr>
        <p:spPr>
          <a:xfrm rot="-3983202">
            <a:off x="4351126" y="3483475"/>
            <a:ext cx="617163" cy="554298"/>
          </a:xfrm>
          <a:prstGeom prst="cloud">
            <a:avLst/>
          </a:prstGeom>
          <a:solidFill>
            <a:srgbClr val="D8D8D8">
              <a:alpha val="68630"/>
            </a:srgbClr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5"/>
          <p:cNvSpPr/>
          <p:nvPr/>
        </p:nvSpPr>
        <p:spPr>
          <a:xfrm rot="-3983488">
            <a:off x="3579906" y="3961688"/>
            <a:ext cx="323068" cy="554298"/>
          </a:xfrm>
          <a:prstGeom prst="cloud">
            <a:avLst/>
          </a:prstGeom>
          <a:solidFill>
            <a:srgbClr val="D8D8D8">
              <a:alpha val="68630"/>
            </a:srgbClr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625" y="3660300"/>
            <a:ext cx="5878021" cy="14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5"/>
          <p:cNvSpPr/>
          <p:nvPr/>
        </p:nvSpPr>
        <p:spPr>
          <a:xfrm rot="-3983500">
            <a:off x="4511978" y="4203272"/>
            <a:ext cx="824935" cy="554298"/>
          </a:xfrm>
          <a:prstGeom prst="cloud">
            <a:avLst/>
          </a:prstGeom>
          <a:solidFill>
            <a:srgbClr val="D8D8D8">
              <a:alpha val="68630"/>
            </a:srgbClr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15"/>
          <p:cNvPicPr preferRelativeResize="0"/>
          <p:nvPr/>
        </p:nvPicPr>
        <p:blipFill rotWithShape="1">
          <a:blip r:embed="rId4">
            <a:alphaModFix/>
          </a:blip>
          <a:srcRect b="61563" l="38682" r="24549" t="5483"/>
          <a:stretch/>
        </p:blipFill>
        <p:spPr>
          <a:xfrm>
            <a:off x="3577070" y="3154199"/>
            <a:ext cx="438300" cy="188100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38152" rotWithShape="0" algn="tl" dir="7800000" dist="19076">
              <a:srgbClr val="000000">
                <a:alpha val="40000"/>
              </a:srgbClr>
            </a:outerShdw>
          </a:effectLst>
        </p:spPr>
      </p:pic>
      <p:grpSp>
        <p:nvGrpSpPr>
          <p:cNvPr id="296" name="Google Shape;296;p15"/>
          <p:cNvGrpSpPr/>
          <p:nvPr/>
        </p:nvGrpSpPr>
        <p:grpSpPr>
          <a:xfrm rot="950465">
            <a:off x="2709374" y="2547350"/>
            <a:ext cx="1044346" cy="1503853"/>
            <a:chOff x="9582449" y="4141918"/>
            <a:chExt cx="1214120" cy="2286839"/>
          </a:xfrm>
        </p:grpSpPr>
        <p:grpSp>
          <p:nvGrpSpPr>
            <p:cNvPr id="297" name="Google Shape;297;p15"/>
            <p:cNvGrpSpPr/>
            <p:nvPr/>
          </p:nvGrpSpPr>
          <p:grpSpPr>
            <a:xfrm>
              <a:off x="9582662" y="6224569"/>
              <a:ext cx="617562" cy="197449"/>
              <a:chOff x="1096215" y="4521350"/>
              <a:chExt cx="1006293" cy="287700"/>
            </a:xfrm>
          </p:grpSpPr>
          <p:sp>
            <p:nvSpPr>
              <p:cNvPr id="298" name="Google Shape;298;p15"/>
              <p:cNvSpPr/>
              <p:nvPr/>
            </p:nvSpPr>
            <p:spPr>
              <a:xfrm rot="5461019">
                <a:off x="1472788" y="4157673"/>
                <a:ext cx="253540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8025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8925" lIns="57875" spcFirstLastPara="1" rIns="57875" wrap="square" tIns="28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1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15"/>
              <p:cNvSpPr/>
              <p:nvPr/>
            </p:nvSpPr>
            <p:spPr>
              <a:xfrm flipH="1" rot="5461041">
                <a:off x="1464144" y="4164424"/>
                <a:ext cx="270343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80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8925" lIns="57875" spcFirstLastPara="1" rIns="57875" wrap="square" tIns="28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1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0" name="Google Shape;300;p15"/>
            <p:cNvSpPr/>
            <p:nvPr/>
          </p:nvSpPr>
          <p:spPr>
            <a:xfrm>
              <a:off x="9582449" y="4141918"/>
              <a:ext cx="1214120" cy="2286839"/>
            </a:xfrm>
            <a:custGeom>
              <a:rect b="b" l="l" r="r" t="t"/>
              <a:pathLst>
                <a:path extrusionOk="0" h="2286839" w="1214120">
                  <a:moveTo>
                    <a:pt x="1214120" y="0"/>
                  </a:moveTo>
                  <a:lnTo>
                    <a:pt x="611305" y="2183306"/>
                  </a:lnTo>
                  <a:lnTo>
                    <a:pt x="612526" y="2187283"/>
                  </a:lnTo>
                  <a:cubicBezTo>
                    <a:pt x="612526" y="2242266"/>
                    <a:pt x="476732" y="2286839"/>
                    <a:pt x="309221" y="2286839"/>
                  </a:cubicBezTo>
                  <a:cubicBezTo>
                    <a:pt x="162649" y="2286839"/>
                    <a:pt x="40360" y="2252713"/>
                    <a:pt x="12078" y="2207347"/>
                  </a:cubicBezTo>
                  <a:lnTo>
                    <a:pt x="8130" y="2194492"/>
                  </a:lnTo>
                  <a:lnTo>
                    <a:pt x="0" y="2194560"/>
                  </a:lnTo>
                  <a:lnTo>
                    <a:pt x="8275" y="2179604"/>
                  </a:lnTo>
                  <a:lnTo>
                    <a:pt x="12078" y="2167219"/>
                  </a:lnTo>
                  <a:lnTo>
                    <a:pt x="19423" y="2159453"/>
                  </a:lnTo>
                  <a:close/>
                </a:path>
              </a:pathLst>
            </a:custGeom>
            <a:solidFill>
              <a:srgbClr val="FF0000">
                <a:alpha val="29800"/>
              </a:srgbClr>
            </a:solidFill>
            <a:ln>
              <a:noFill/>
            </a:ln>
          </p:spPr>
          <p:txBody>
            <a:bodyPr anchorCtr="0" anchor="ctr" bIns="28925" lIns="57875" spcFirstLastPara="1" rIns="57875" wrap="square" tIns="28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3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" name="Google Shape;301;p15"/>
          <p:cNvGrpSpPr/>
          <p:nvPr/>
        </p:nvGrpSpPr>
        <p:grpSpPr>
          <a:xfrm rot="-250994">
            <a:off x="3892528" y="2651449"/>
            <a:ext cx="382977" cy="1317837"/>
            <a:chOff x="9920331" y="3037025"/>
            <a:chExt cx="576016" cy="2272117"/>
          </a:xfrm>
        </p:grpSpPr>
        <p:grpSp>
          <p:nvGrpSpPr>
            <p:cNvPr id="302" name="Google Shape;302;p15"/>
            <p:cNvGrpSpPr/>
            <p:nvPr/>
          </p:nvGrpSpPr>
          <p:grpSpPr>
            <a:xfrm>
              <a:off x="9920331" y="5082319"/>
              <a:ext cx="575600" cy="226823"/>
              <a:chOff x="1096215" y="4521350"/>
              <a:chExt cx="1006293" cy="287700"/>
            </a:xfrm>
          </p:grpSpPr>
          <p:sp>
            <p:nvSpPr>
              <p:cNvPr id="303" name="Google Shape;303;p15"/>
              <p:cNvSpPr/>
              <p:nvPr/>
            </p:nvSpPr>
            <p:spPr>
              <a:xfrm rot="5461019">
                <a:off x="1472788" y="4157673"/>
                <a:ext cx="253540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5"/>
              <p:cNvSpPr/>
              <p:nvPr/>
            </p:nvSpPr>
            <p:spPr>
              <a:xfrm flipH="1" rot="5461041">
                <a:off x="1464144" y="4164424"/>
                <a:ext cx="270343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15"/>
            <p:cNvSpPr/>
            <p:nvPr/>
          </p:nvSpPr>
          <p:spPr>
            <a:xfrm>
              <a:off x="9923323" y="3037025"/>
              <a:ext cx="573024" cy="2268283"/>
            </a:xfrm>
            <a:custGeom>
              <a:rect b="b" l="l" r="r" t="t"/>
              <a:pathLst>
                <a:path extrusionOk="0" h="2268283" w="573024">
                  <a:moveTo>
                    <a:pt x="165037" y="0"/>
                  </a:moveTo>
                  <a:lnTo>
                    <a:pt x="573024" y="2164244"/>
                  </a:lnTo>
                  <a:lnTo>
                    <a:pt x="570478" y="2164353"/>
                  </a:lnTo>
                  <a:lnTo>
                    <a:pt x="573024" y="2172772"/>
                  </a:lnTo>
                  <a:cubicBezTo>
                    <a:pt x="573024" y="2225521"/>
                    <a:pt x="444748" y="2268283"/>
                    <a:pt x="286512" y="2268283"/>
                  </a:cubicBezTo>
                  <a:cubicBezTo>
                    <a:pt x="148056" y="2268283"/>
                    <a:pt x="32537" y="2235544"/>
                    <a:pt x="5821" y="2192021"/>
                  </a:cubicBezTo>
                  <a:lnTo>
                    <a:pt x="4734" y="2188427"/>
                  </a:lnTo>
                  <a:lnTo>
                    <a:pt x="0" y="2188628"/>
                  </a:lnTo>
                  <a:lnTo>
                    <a:pt x="570" y="2174656"/>
                  </a:lnTo>
                  <a:lnTo>
                    <a:pt x="0" y="2172772"/>
                  </a:lnTo>
                  <a:lnTo>
                    <a:pt x="747" y="2170302"/>
                  </a:lnTo>
                  <a:cubicBezTo>
                    <a:pt x="30978" y="1428635"/>
                    <a:pt x="134806" y="741667"/>
                    <a:pt x="165037" y="0"/>
                  </a:cubicBezTo>
                  <a:close/>
                </a:path>
              </a:pathLst>
            </a:custGeom>
            <a:solidFill>
              <a:srgbClr val="FF0000">
                <a:alpha val="29800"/>
              </a:srgbClr>
            </a:solidFill>
            <a:ln>
              <a:noFill/>
            </a:ln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15"/>
          <p:cNvGrpSpPr/>
          <p:nvPr/>
        </p:nvGrpSpPr>
        <p:grpSpPr>
          <a:xfrm>
            <a:off x="3961204" y="2666201"/>
            <a:ext cx="1875616" cy="1083360"/>
            <a:chOff x="9804575" y="2832186"/>
            <a:chExt cx="1955804" cy="2715868"/>
          </a:xfrm>
        </p:grpSpPr>
        <p:grpSp>
          <p:nvGrpSpPr>
            <p:cNvPr id="307" name="Google Shape;307;p15"/>
            <p:cNvGrpSpPr/>
            <p:nvPr/>
          </p:nvGrpSpPr>
          <p:grpSpPr>
            <a:xfrm>
              <a:off x="11162123" y="5346376"/>
              <a:ext cx="597839" cy="201678"/>
              <a:chOff x="1096215" y="4521350"/>
              <a:chExt cx="1006293" cy="287700"/>
            </a:xfrm>
          </p:grpSpPr>
          <p:sp>
            <p:nvSpPr>
              <p:cNvPr id="308" name="Google Shape;308;p15"/>
              <p:cNvSpPr/>
              <p:nvPr/>
            </p:nvSpPr>
            <p:spPr>
              <a:xfrm rot="5461019">
                <a:off x="1472788" y="4157673"/>
                <a:ext cx="253540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5"/>
              <p:cNvSpPr/>
              <p:nvPr/>
            </p:nvSpPr>
            <p:spPr>
              <a:xfrm flipH="1" rot="5461041">
                <a:off x="1464144" y="4164424"/>
                <a:ext cx="270343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0" name="Google Shape;310;p15"/>
            <p:cNvSpPr/>
            <p:nvPr/>
          </p:nvSpPr>
          <p:spPr>
            <a:xfrm>
              <a:off x="9804575" y="2832186"/>
              <a:ext cx="1955804" cy="2709584"/>
            </a:xfrm>
            <a:custGeom>
              <a:rect b="b" l="l" r="r" t="t"/>
              <a:pathLst>
                <a:path extrusionOk="0" h="2709584" w="1955804">
                  <a:moveTo>
                    <a:pt x="0" y="0"/>
                  </a:moveTo>
                  <a:lnTo>
                    <a:pt x="1930525" y="2593242"/>
                  </a:lnTo>
                  <a:lnTo>
                    <a:pt x="1932848" y="2594456"/>
                  </a:lnTo>
                  <a:cubicBezTo>
                    <a:pt x="1947630" y="2604371"/>
                    <a:pt x="1955804" y="2615271"/>
                    <a:pt x="1955804" y="2626713"/>
                  </a:cubicBezTo>
                  <a:cubicBezTo>
                    <a:pt x="1955804" y="2672481"/>
                    <a:pt x="1825021" y="2709584"/>
                    <a:pt x="1663692" y="2709584"/>
                  </a:cubicBezTo>
                  <a:cubicBezTo>
                    <a:pt x="1522529" y="2709584"/>
                    <a:pt x="1404753" y="2681177"/>
                    <a:pt x="1377515" y="2643415"/>
                  </a:cubicBezTo>
                  <a:lnTo>
                    <a:pt x="1372178" y="2628397"/>
                  </a:lnTo>
                  <a:close/>
                </a:path>
              </a:pathLst>
            </a:custGeom>
            <a:solidFill>
              <a:srgbClr val="FF0000">
                <a:alpha val="29800"/>
              </a:srgbClr>
            </a:solidFill>
            <a:ln>
              <a:noFill/>
            </a:ln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1" name="Google Shape;3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2125" y="3603559"/>
            <a:ext cx="720006" cy="321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5"/>
          <p:cNvPicPr preferRelativeResize="0"/>
          <p:nvPr/>
        </p:nvPicPr>
        <p:blipFill rotWithShape="1">
          <a:blip r:embed="rId4">
            <a:alphaModFix/>
          </a:blip>
          <a:srcRect b="61563" l="38682" r="24549" t="5483"/>
          <a:stretch/>
        </p:blipFill>
        <p:spPr>
          <a:xfrm>
            <a:off x="4007930" y="3047268"/>
            <a:ext cx="731100" cy="248400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38152" rotWithShape="0" algn="tl" dir="7800000" dist="19076">
              <a:srgbClr val="000000">
                <a:alpha val="40000"/>
              </a:srgbClr>
            </a:outerShdw>
          </a:effectLst>
        </p:spPr>
      </p:pic>
      <p:grpSp>
        <p:nvGrpSpPr>
          <p:cNvPr id="313" name="Google Shape;313;p15"/>
          <p:cNvGrpSpPr/>
          <p:nvPr/>
        </p:nvGrpSpPr>
        <p:grpSpPr>
          <a:xfrm rot="10654018">
            <a:off x="3540468" y="3135674"/>
            <a:ext cx="518224" cy="137017"/>
            <a:chOff x="1961507" y="2281304"/>
            <a:chExt cx="2558087" cy="641104"/>
          </a:xfrm>
        </p:grpSpPr>
        <p:sp>
          <p:nvSpPr>
            <p:cNvPr id="314" name="Google Shape;314;p15"/>
            <p:cNvSpPr/>
            <p:nvPr/>
          </p:nvSpPr>
          <p:spPr>
            <a:xfrm>
              <a:off x="4170994" y="2769188"/>
              <a:ext cx="348600" cy="121500"/>
            </a:xfrm>
            <a:prstGeom prst="ellipse">
              <a:avLst/>
            </a:pr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240547" y="2373371"/>
              <a:ext cx="410114" cy="139780"/>
            </a:xfrm>
            <a:custGeom>
              <a:rect b="b" l="l" r="r" t="t"/>
              <a:pathLst>
                <a:path extrusionOk="0" h="208" w="160">
                  <a:moveTo>
                    <a:pt x="6" y="42"/>
                  </a:moveTo>
                  <a:cubicBezTo>
                    <a:pt x="7" y="58"/>
                    <a:pt x="0" y="163"/>
                    <a:pt x="31" y="189"/>
                  </a:cubicBezTo>
                  <a:cubicBezTo>
                    <a:pt x="42" y="198"/>
                    <a:pt x="56" y="201"/>
                    <a:pt x="68" y="208"/>
                  </a:cubicBezTo>
                  <a:cubicBezTo>
                    <a:pt x="116" y="201"/>
                    <a:pt x="107" y="200"/>
                    <a:pt x="141" y="177"/>
                  </a:cubicBezTo>
                  <a:cubicBezTo>
                    <a:pt x="156" y="130"/>
                    <a:pt x="150" y="153"/>
                    <a:pt x="160" y="110"/>
                  </a:cubicBezTo>
                  <a:cubicBezTo>
                    <a:pt x="153" y="75"/>
                    <a:pt x="139" y="47"/>
                    <a:pt x="104" y="36"/>
                  </a:cubicBezTo>
                  <a:cubicBezTo>
                    <a:pt x="90" y="15"/>
                    <a:pt x="79" y="8"/>
                    <a:pt x="55" y="0"/>
                  </a:cubicBezTo>
                  <a:cubicBezTo>
                    <a:pt x="23" y="8"/>
                    <a:pt x="14" y="10"/>
                    <a:pt x="6" y="42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240547" y="2769188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3050869" y="27053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3963375" y="2662338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3822397" y="2433852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2543354" y="234245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1961507" y="267779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3473801" y="2708034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2543354" y="2525246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753191" y="2495005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4286338" y="2403611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2194758" y="228130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1961507" y="27389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2194758" y="2830342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9" name="Google Shape;32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8588" y="3978888"/>
            <a:ext cx="917089" cy="1027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35125" y="3016379"/>
            <a:ext cx="673661" cy="2352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15"/>
          <p:cNvGrpSpPr/>
          <p:nvPr/>
        </p:nvGrpSpPr>
        <p:grpSpPr>
          <a:xfrm>
            <a:off x="2262807" y="4002517"/>
            <a:ext cx="923273" cy="875971"/>
            <a:chOff x="3898742" y="3647266"/>
            <a:chExt cx="1616657" cy="1749841"/>
          </a:xfrm>
        </p:grpSpPr>
        <p:pic>
          <p:nvPicPr>
            <p:cNvPr id="332" name="Google Shape;332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09696" y="3647266"/>
              <a:ext cx="1605703" cy="17498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3" name="Google Shape;333;p15"/>
            <p:cNvGrpSpPr/>
            <p:nvPr/>
          </p:nvGrpSpPr>
          <p:grpSpPr>
            <a:xfrm>
              <a:off x="4385014" y="4697990"/>
              <a:ext cx="449566" cy="534287"/>
              <a:chOff x="1651877" y="4237317"/>
              <a:chExt cx="449566" cy="534287"/>
            </a:xfrm>
          </p:grpSpPr>
          <p:pic>
            <p:nvPicPr>
              <p:cNvPr id="334" name="Google Shape;334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825178" y="4404791"/>
                <a:ext cx="276265" cy="366813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</p:pic>
          <p:grpSp>
            <p:nvGrpSpPr>
              <p:cNvPr id="335" name="Google Shape;335;p15"/>
              <p:cNvGrpSpPr/>
              <p:nvPr/>
            </p:nvGrpSpPr>
            <p:grpSpPr>
              <a:xfrm>
                <a:off x="1651877" y="4237317"/>
                <a:ext cx="392218" cy="307195"/>
                <a:chOff x="7873241" y="4384111"/>
                <a:chExt cx="445500" cy="561600"/>
              </a:xfrm>
            </p:grpSpPr>
            <p:sp>
              <p:nvSpPr>
                <p:cNvPr id="336" name="Google Shape;336;p15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15"/>
                <p:cNvSpPr/>
                <p:nvPr/>
              </p:nvSpPr>
              <p:spPr>
                <a:xfrm>
                  <a:off x="7958114" y="4465798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p15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15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0" name="Google Shape;340;p15"/>
            <p:cNvGrpSpPr/>
            <p:nvPr/>
          </p:nvGrpSpPr>
          <p:grpSpPr>
            <a:xfrm>
              <a:off x="4855843" y="4657849"/>
              <a:ext cx="449566" cy="534287"/>
              <a:chOff x="1651877" y="4237317"/>
              <a:chExt cx="449566" cy="534287"/>
            </a:xfrm>
          </p:grpSpPr>
          <p:pic>
            <p:nvPicPr>
              <p:cNvPr id="341" name="Google Shape;341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825178" y="4404791"/>
                <a:ext cx="276265" cy="366813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</p:pic>
          <p:grpSp>
            <p:nvGrpSpPr>
              <p:cNvPr id="342" name="Google Shape;342;p15"/>
              <p:cNvGrpSpPr/>
              <p:nvPr/>
            </p:nvGrpSpPr>
            <p:grpSpPr>
              <a:xfrm>
                <a:off x="1651877" y="4237317"/>
                <a:ext cx="392218" cy="307195"/>
                <a:chOff x="7873241" y="4384111"/>
                <a:chExt cx="445500" cy="561600"/>
              </a:xfrm>
            </p:grpSpPr>
            <p:sp>
              <p:nvSpPr>
                <p:cNvPr id="343" name="Google Shape;343;p15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15"/>
                <p:cNvSpPr/>
                <p:nvPr/>
              </p:nvSpPr>
              <p:spPr>
                <a:xfrm>
                  <a:off x="7958114" y="4465798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p15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" name="Google Shape;346;p15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7" name="Google Shape;347;p15"/>
            <p:cNvGrpSpPr/>
            <p:nvPr/>
          </p:nvGrpSpPr>
          <p:grpSpPr>
            <a:xfrm>
              <a:off x="3898742" y="4660810"/>
              <a:ext cx="449566" cy="534287"/>
              <a:chOff x="1651877" y="4237317"/>
              <a:chExt cx="449566" cy="534287"/>
            </a:xfrm>
          </p:grpSpPr>
          <p:pic>
            <p:nvPicPr>
              <p:cNvPr id="348" name="Google Shape;348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825178" y="4404791"/>
                <a:ext cx="276265" cy="366813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</p:pic>
          <p:grpSp>
            <p:nvGrpSpPr>
              <p:cNvPr id="349" name="Google Shape;349;p15"/>
              <p:cNvGrpSpPr/>
              <p:nvPr/>
            </p:nvGrpSpPr>
            <p:grpSpPr>
              <a:xfrm>
                <a:off x="1651877" y="4237317"/>
                <a:ext cx="392218" cy="307195"/>
                <a:chOff x="7873241" y="4384111"/>
                <a:chExt cx="445500" cy="561600"/>
              </a:xfrm>
            </p:grpSpPr>
            <p:sp>
              <p:nvSpPr>
                <p:cNvPr id="350" name="Google Shape;350;p15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51;p15"/>
                <p:cNvSpPr/>
                <p:nvPr/>
              </p:nvSpPr>
              <p:spPr>
                <a:xfrm>
                  <a:off x="7958114" y="4465798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" name="Google Shape;352;p15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" name="Google Shape;353;p15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4" name="Google Shape;354;p15"/>
          <p:cNvGrpSpPr/>
          <p:nvPr/>
        </p:nvGrpSpPr>
        <p:grpSpPr>
          <a:xfrm>
            <a:off x="4230392" y="4458430"/>
            <a:ext cx="258293" cy="252394"/>
            <a:chOff x="1545733" y="4928246"/>
            <a:chExt cx="452273" cy="504183"/>
          </a:xfrm>
        </p:grpSpPr>
        <p:pic>
          <p:nvPicPr>
            <p:cNvPr id="355" name="Google Shape;355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356" name="Google Shape;356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357" name="Google Shape;357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1" name="Google Shape;361;p15"/>
          <p:cNvGrpSpPr/>
          <p:nvPr/>
        </p:nvGrpSpPr>
        <p:grpSpPr>
          <a:xfrm>
            <a:off x="3689824" y="4630421"/>
            <a:ext cx="258293" cy="252394"/>
            <a:chOff x="1545733" y="4928246"/>
            <a:chExt cx="452273" cy="504183"/>
          </a:xfrm>
        </p:grpSpPr>
        <p:pic>
          <p:nvPicPr>
            <p:cNvPr id="362" name="Google Shape;362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363" name="Google Shape;363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364" name="Google Shape;364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8" name="Google Shape;368;p15"/>
          <p:cNvGrpSpPr/>
          <p:nvPr/>
        </p:nvGrpSpPr>
        <p:grpSpPr>
          <a:xfrm>
            <a:off x="3887602" y="4440538"/>
            <a:ext cx="258293" cy="252394"/>
            <a:chOff x="1545733" y="4928246"/>
            <a:chExt cx="452273" cy="504183"/>
          </a:xfrm>
        </p:grpSpPr>
        <p:pic>
          <p:nvPicPr>
            <p:cNvPr id="369" name="Google Shape;369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370" name="Google Shape;370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371" name="Google Shape;371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5" name="Google Shape;375;p15"/>
          <p:cNvGrpSpPr/>
          <p:nvPr/>
        </p:nvGrpSpPr>
        <p:grpSpPr>
          <a:xfrm>
            <a:off x="3951487" y="4729043"/>
            <a:ext cx="258293" cy="252394"/>
            <a:chOff x="1545733" y="4928246"/>
            <a:chExt cx="452273" cy="504183"/>
          </a:xfrm>
        </p:grpSpPr>
        <p:pic>
          <p:nvPicPr>
            <p:cNvPr id="376" name="Google Shape;376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377" name="Google Shape;377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378" name="Google Shape;378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2" name="Google Shape;382;p15"/>
          <p:cNvGrpSpPr/>
          <p:nvPr/>
        </p:nvGrpSpPr>
        <p:grpSpPr>
          <a:xfrm>
            <a:off x="4200185" y="4685059"/>
            <a:ext cx="258293" cy="252394"/>
            <a:chOff x="1545733" y="4928246"/>
            <a:chExt cx="452273" cy="504183"/>
          </a:xfrm>
        </p:grpSpPr>
        <p:pic>
          <p:nvPicPr>
            <p:cNvPr id="383" name="Google Shape;383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384" name="Google Shape;384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385" name="Google Shape;385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>
            <a:off x="5168206" y="3801258"/>
            <a:ext cx="917017" cy="971340"/>
            <a:chOff x="8069155" y="3425172"/>
            <a:chExt cx="1605703" cy="1940351"/>
          </a:xfrm>
        </p:grpSpPr>
        <p:pic>
          <p:nvPicPr>
            <p:cNvPr id="390" name="Google Shape;390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69155" y="3425172"/>
              <a:ext cx="1605703" cy="19403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1" name="Google Shape;391;p15"/>
            <p:cNvGrpSpPr/>
            <p:nvPr/>
          </p:nvGrpSpPr>
          <p:grpSpPr>
            <a:xfrm>
              <a:off x="8522909" y="4290283"/>
              <a:ext cx="452273" cy="504183"/>
              <a:chOff x="1545733" y="4928246"/>
              <a:chExt cx="452273" cy="504183"/>
            </a:xfrm>
          </p:grpSpPr>
          <p:pic>
            <p:nvPicPr>
              <p:cNvPr id="392" name="Google Shape;392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729940" y="5073053"/>
                <a:ext cx="268066" cy="3593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93" name="Google Shape;393;p15"/>
              <p:cNvGrpSpPr/>
              <p:nvPr/>
            </p:nvGrpSpPr>
            <p:grpSpPr>
              <a:xfrm>
                <a:off x="1545733" y="4928246"/>
                <a:ext cx="380591" cy="301018"/>
                <a:chOff x="7873241" y="4384111"/>
                <a:chExt cx="445500" cy="561600"/>
              </a:xfrm>
            </p:grpSpPr>
            <p:sp>
              <p:nvSpPr>
                <p:cNvPr id="394" name="Google Shape;394;p15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15"/>
                <p:cNvSpPr/>
                <p:nvPr/>
              </p:nvSpPr>
              <p:spPr>
                <a:xfrm>
                  <a:off x="7958118" y="4465799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15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15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8" name="Google Shape;398;p15"/>
            <p:cNvGrpSpPr/>
            <p:nvPr/>
          </p:nvGrpSpPr>
          <p:grpSpPr>
            <a:xfrm>
              <a:off x="8995078" y="4581251"/>
              <a:ext cx="452273" cy="504183"/>
              <a:chOff x="1545733" y="4928246"/>
              <a:chExt cx="452273" cy="504183"/>
            </a:xfrm>
          </p:grpSpPr>
          <p:pic>
            <p:nvPicPr>
              <p:cNvPr id="399" name="Google Shape;399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729940" y="5073053"/>
                <a:ext cx="268066" cy="3593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00" name="Google Shape;400;p15"/>
              <p:cNvGrpSpPr/>
              <p:nvPr/>
            </p:nvGrpSpPr>
            <p:grpSpPr>
              <a:xfrm>
                <a:off x="1545733" y="4928246"/>
                <a:ext cx="380591" cy="301018"/>
                <a:chOff x="7873241" y="4384111"/>
                <a:chExt cx="445500" cy="561600"/>
              </a:xfrm>
            </p:grpSpPr>
            <p:sp>
              <p:nvSpPr>
                <p:cNvPr id="401" name="Google Shape;401;p15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15"/>
                <p:cNvSpPr/>
                <p:nvPr/>
              </p:nvSpPr>
              <p:spPr>
                <a:xfrm>
                  <a:off x="7958118" y="4465799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15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15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5" name="Google Shape;405;p15"/>
            <p:cNvGrpSpPr/>
            <p:nvPr/>
          </p:nvGrpSpPr>
          <p:grpSpPr>
            <a:xfrm>
              <a:off x="8565276" y="4835152"/>
              <a:ext cx="452273" cy="504183"/>
              <a:chOff x="1545733" y="4928246"/>
              <a:chExt cx="452273" cy="504183"/>
            </a:xfrm>
          </p:grpSpPr>
          <p:pic>
            <p:nvPicPr>
              <p:cNvPr id="406" name="Google Shape;406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729940" y="5073053"/>
                <a:ext cx="268066" cy="3593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07" name="Google Shape;407;p15"/>
              <p:cNvGrpSpPr/>
              <p:nvPr/>
            </p:nvGrpSpPr>
            <p:grpSpPr>
              <a:xfrm>
                <a:off x="1545733" y="4928246"/>
                <a:ext cx="380591" cy="301018"/>
                <a:chOff x="7873241" y="4384111"/>
                <a:chExt cx="445500" cy="561600"/>
              </a:xfrm>
            </p:grpSpPr>
            <p:sp>
              <p:nvSpPr>
                <p:cNvPr id="408" name="Google Shape;408;p15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15"/>
                <p:cNvSpPr/>
                <p:nvPr/>
              </p:nvSpPr>
              <p:spPr>
                <a:xfrm>
                  <a:off x="7958118" y="4465799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" name="Google Shape;410;p15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" name="Google Shape;411;p15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2" name="Google Shape;412;p15"/>
            <p:cNvGrpSpPr/>
            <p:nvPr/>
          </p:nvGrpSpPr>
          <p:grpSpPr>
            <a:xfrm>
              <a:off x="8105720" y="4538181"/>
              <a:ext cx="452273" cy="504183"/>
              <a:chOff x="1545733" y="4928246"/>
              <a:chExt cx="452273" cy="504183"/>
            </a:xfrm>
          </p:grpSpPr>
          <p:pic>
            <p:nvPicPr>
              <p:cNvPr id="413" name="Google Shape;413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729940" y="5073053"/>
                <a:ext cx="268066" cy="3593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14" name="Google Shape;414;p15"/>
              <p:cNvGrpSpPr/>
              <p:nvPr/>
            </p:nvGrpSpPr>
            <p:grpSpPr>
              <a:xfrm>
                <a:off x="1545733" y="4928246"/>
                <a:ext cx="380591" cy="301018"/>
                <a:chOff x="7873241" y="4384111"/>
                <a:chExt cx="445500" cy="561600"/>
              </a:xfrm>
            </p:grpSpPr>
            <p:sp>
              <p:nvSpPr>
                <p:cNvPr id="415" name="Google Shape;415;p15"/>
                <p:cNvSpPr/>
                <p:nvPr/>
              </p:nvSpPr>
              <p:spPr>
                <a:xfrm>
                  <a:off x="7873241" y="4384111"/>
                  <a:ext cx="445500" cy="561600"/>
                </a:xfrm>
                <a:prstGeom prst="blockArc">
                  <a:avLst>
                    <a:gd fmla="val 13048348" name="adj1"/>
                    <a:gd fmla="val 19187536" name="adj2"/>
                    <a:gd fmla="val 9660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15"/>
                <p:cNvSpPr/>
                <p:nvPr/>
              </p:nvSpPr>
              <p:spPr>
                <a:xfrm>
                  <a:off x="7958118" y="4465799"/>
                  <a:ext cx="268500" cy="338400"/>
                </a:xfrm>
                <a:prstGeom prst="blockArc">
                  <a:avLst>
                    <a:gd fmla="val 12923084" name="adj1"/>
                    <a:gd fmla="val 19208207" name="adj2"/>
                    <a:gd fmla="val 10459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7" name="Google Shape;417;p15"/>
                <p:cNvSpPr/>
                <p:nvPr/>
              </p:nvSpPr>
              <p:spPr>
                <a:xfrm>
                  <a:off x="8022954" y="4533629"/>
                  <a:ext cx="138900" cy="174900"/>
                </a:xfrm>
                <a:prstGeom prst="blockArc">
                  <a:avLst>
                    <a:gd fmla="val 12882025" name="adj1"/>
                    <a:gd fmla="val 19481565" name="adj2"/>
                    <a:gd fmla="val 15306" name="adj3"/>
                  </a:avLst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" name="Google Shape;418;p15"/>
                <p:cNvSpPr/>
                <p:nvPr/>
              </p:nvSpPr>
              <p:spPr>
                <a:xfrm>
                  <a:off x="8069703" y="4577906"/>
                  <a:ext cx="54000" cy="68100"/>
                </a:xfrm>
                <a:prstGeom prst="ellipse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txBody>
                <a:bodyPr anchorCtr="0" anchor="ctr" bIns="22875" lIns="45775" spcFirstLastPara="1" rIns="45775" wrap="square" tIns="228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525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19" name="Google Shape;419;p15"/>
          <p:cNvGrpSpPr/>
          <p:nvPr/>
        </p:nvGrpSpPr>
        <p:grpSpPr>
          <a:xfrm>
            <a:off x="4530569" y="3603551"/>
            <a:ext cx="258293" cy="252394"/>
            <a:chOff x="1545733" y="4928246"/>
            <a:chExt cx="452273" cy="504183"/>
          </a:xfrm>
        </p:grpSpPr>
        <p:pic>
          <p:nvPicPr>
            <p:cNvPr id="420" name="Google Shape;420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1" name="Google Shape;421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422" name="Google Shape;422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6" name="Google Shape;426;p15"/>
          <p:cNvGrpSpPr/>
          <p:nvPr/>
        </p:nvGrpSpPr>
        <p:grpSpPr>
          <a:xfrm>
            <a:off x="3517997" y="4035667"/>
            <a:ext cx="258293" cy="252394"/>
            <a:chOff x="1545733" y="4928246"/>
            <a:chExt cx="452273" cy="504183"/>
          </a:xfrm>
        </p:grpSpPr>
        <p:pic>
          <p:nvPicPr>
            <p:cNvPr id="427" name="Google Shape;427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8" name="Google Shape;428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429" name="Google Shape;429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3" name="Google Shape;433;p15"/>
          <p:cNvGrpSpPr/>
          <p:nvPr/>
        </p:nvGrpSpPr>
        <p:grpSpPr>
          <a:xfrm>
            <a:off x="4755832" y="4191618"/>
            <a:ext cx="258293" cy="252394"/>
            <a:chOff x="1545733" y="4928246"/>
            <a:chExt cx="452273" cy="504183"/>
          </a:xfrm>
        </p:grpSpPr>
        <p:pic>
          <p:nvPicPr>
            <p:cNvPr id="434" name="Google Shape;434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5" name="Google Shape;435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436" name="Google Shape;436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0" name="Google Shape;440;p15"/>
          <p:cNvGrpSpPr/>
          <p:nvPr/>
        </p:nvGrpSpPr>
        <p:grpSpPr>
          <a:xfrm>
            <a:off x="4738882" y="4584693"/>
            <a:ext cx="258293" cy="252394"/>
            <a:chOff x="1545733" y="4928246"/>
            <a:chExt cx="452273" cy="504183"/>
          </a:xfrm>
        </p:grpSpPr>
        <p:pic>
          <p:nvPicPr>
            <p:cNvPr id="441" name="Google Shape;441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2" name="Google Shape;442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443" name="Google Shape;443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47" name="Google Shape;4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89488">
            <a:off x="2388401" y="3819593"/>
            <a:ext cx="673843" cy="300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566456">
            <a:off x="3463934" y="2293930"/>
            <a:ext cx="722684" cy="48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94901" y="3184116"/>
            <a:ext cx="500561" cy="17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049" y="3772637"/>
            <a:ext cx="798047" cy="356414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5"/>
          <p:cNvSpPr txBox="1"/>
          <p:nvPr/>
        </p:nvSpPr>
        <p:spPr>
          <a:xfrm>
            <a:off x="1446206" y="4878488"/>
            <a:ext cx="816600" cy="184800"/>
          </a:xfrm>
          <a:prstGeom prst="rect">
            <a:avLst/>
          </a:prstGeom>
          <a:solidFill>
            <a:srgbClr val="AEAEAE"/>
          </a:solidFill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75" lIns="45775" spcFirstLastPara="1" rIns="45775" wrap="square" tIns="228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Area</a:t>
            </a:r>
            <a:endParaRPr sz="700"/>
          </a:p>
        </p:txBody>
      </p:sp>
      <p:sp>
        <p:nvSpPr>
          <p:cNvPr id="452" name="Google Shape;452;p15"/>
          <p:cNvSpPr/>
          <p:nvPr/>
        </p:nvSpPr>
        <p:spPr>
          <a:xfrm>
            <a:off x="2796970" y="2988225"/>
            <a:ext cx="2853900" cy="3414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5"/>
          <p:cNvPicPr preferRelativeResize="0"/>
          <p:nvPr/>
        </p:nvPicPr>
        <p:blipFill rotWithShape="1">
          <a:blip r:embed="rId4">
            <a:alphaModFix/>
          </a:blip>
          <a:srcRect b="61563" l="38682" r="24549" t="5483"/>
          <a:stretch/>
        </p:blipFill>
        <p:spPr>
          <a:xfrm>
            <a:off x="4801208" y="2968580"/>
            <a:ext cx="796800" cy="233100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38152" rotWithShape="0" algn="tl" dir="7800000" dist="19076">
              <a:srgbClr val="000000">
                <a:alpha val="40000"/>
              </a:srgbClr>
            </a:outerShdw>
          </a:effectLst>
        </p:spPr>
      </p:pic>
      <p:pic>
        <p:nvPicPr>
          <p:cNvPr id="454" name="Google Shape;45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66294" y="3128183"/>
            <a:ext cx="500561" cy="17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2791" y="2961599"/>
            <a:ext cx="500561" cy="17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0450" y="3086642"/>
            <a:ext cx="500561" cy="1748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15"/>
          <p:cNvCxnSpPr/>
          <p:nvPr/>
        </p:nvCxnSpPr>
        <p:spPr>
          <a:xfrm>
            <a:off x="4163325" y="4006528"/>
            <a:ext cx="15600" cy="729000"/>
          </a:xfrm>
          <a:prstGeom prst="straightConnector1">
            <a:avLst/>
          </a:prstGeom>
          <a:noFill/>
          <a:ln cap="flat" cmpd="sng" w="9525">
            <a:solidFill>
              <a:srgbClr val="0070C0">
                <a:alpha val="50980"/>
              </a:srgbClr>
            </a:solidFill>
            <a:prstDash val="dash"/>
            <a:miter lim="800000"/>
            <a:headEnd len="sm" w="sm" type="none"/>
            <a:tailEnd len="lg" w="lg" type="oval"/>
          </a:ln>
        </p:spPr>
      </p:cxnSp>
      <p:cxnSp>
        <p:nvCxnSpPr>
          <p:cNvPr id="458" name="Google Shape;458;p15"/>
          <p:cNvCxnSpPr>
            <a:endCxn id="334" idx="2"/>
          </p:cNvCxnSpPr>
          <p:nvPr/>
        </p:nvCxnSpPr>
        <p:spPr>
          <a:xfrm flipH="1">
            <a:off x="2718377" y="4002474"/>
            <a:ext cx="7200" cy="793500"/>
          </a:xfrm>
          <a:prstGeom prst="straightConnector1">
            <a:avLst/>
          </a:prstGeom>
          <a:noFill/>
          <a:ln cap="flat" cmpd="sng" w="9525">
            <a:solidFill>
              <a:srgbClr val="0070C0">
                <a:alpha val="50980"/>
              </a:srgbClr>
            </a:solidFill>
            <a:prstDash val="dash"/>
            <a:miter lim="800000"/>
            <a:headEnd len="sm" w="sm" type="none"/>
            <a:tailEnd len="lg" w="lg" type="oval"/>
          </a:ln>
        </p:spPr>
      </p:cxnSp>
      <p:cxnSp>
        <p:nvCxnSpPr>
          <p:cNvPr id="459" name="Google Shape;459;p15"/>
          <p:cNvCxnSpPr/>
          <p:nvPr/>
        </p:nvCxnSpPr>
        <p:spPr>
          <a:xfrm>
            <a:off x="5624076" y="3798777"/>
            <a:ext cx="15600" cy="729000"/>
          </a:xfrm>
          <a:prstGeom prst="straightConnector1">
            <a:avLst/>
          </a:prstGeom>
          <a:noFill/>
          <a:ln cap="flat" cmpd="sng" w="9525">
            <a:solidFill>
              <a:srgbClr val="0070C0">
                <a:alpha val="50980"/>
              </a:srgbClr>
            </a:solidFill>
            <a:prstDash val="dash"/>
            <a:miter lim="800000"/>
            <a:headEnd len="sm" w="sm" type="none"/>
            <a:tailEnd len="lg" w="lg" type="oval"/>
          </a:ln>
        </p:spPr>
      </p:cxnSp>
      <p:grpSp>
        <p:nvGrpSpPr>
          <p:cNvPr id="460" name="Google Shape;460;p15"/>
          <p:cNvGrpSpPr/>
          <p:nvPr/>
        </p:nvGrpSpPr>
        <p:grpSpPr>
          <a:xfrm rot="74980">
            <a:off x="3757269" y="1223233"/>
            <a:ext cx="382969" cy="1317828"/>
            <a:chOff x="9920331" y="3037025"/>
            <a:chExt cx="576016" cy="2272117"/>
          </a:xfrm>
        </p:grpSpPr>
        <p:grpSp>
          <p:nvGrpSpPr>
            <p:cNvPr id="461" name="Google Shape;461;p15"/>
            <p:cNvGrpSpPr/>
            <p:nvPr/>
          </p:nvGrpSpPr>
          <p:grpSpPr>
            <a:xfrm>
              <a:off x="9920331" y="5082319"/>
              <a:ext cx="575600" cy="226823"/>
              <a:chOff x="1096215" y="4521350"/>
              <a:chExt cx="1006293" cy="287700"/>
            </a:xfrm>
          </p:grpSpPr>
          <p:sp>
            <p:nvSpPr>
              <p:cNvPr id="462" name="Google Shape;462;p15"/>
              <p:cNvSpPr/>
              <p:nvPr/>
            </p:nvSpPr>
            <p:spPr>
              <a:xfrm rot="5461019">
                <a:off x="1472788" y="4157673"/>
                <a:ext cx="253540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 flipH="1" rot="5461041">
                <a:off x="1464144" y="4164424"/>
                <a:ext cx="270343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63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2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" name="Google Shape;464;p15"/>
            <p:cNvSpPr/>
            <p:nvPr/>
          </p:nvSpPr>
          <p:spPr>
            <a:xfrm>
              <a:off x="9923323" y="3037025"/>
              <a:ext cx="573024" cy="2268283"/>
            </a:xfrm>
            <a:custGeom>
              <a:rect b="b" l="l" r="r" t="t"/>
              <a:pathLst>
                <a:path extrusionOk="0" h="2268283" w="573024">
                  <a:moveTo>
                    <a:pt x="165037" y="0"/>
                  </a:moveTo>
                  <a:lnTo>
                    <a:pt x="573024" y="2164244"/>
                  </a:lnTo>
                  <a:lnTo>
                    <a:pt x="570478" y="2164353"/>
                  </a:lnTo>
                  <a:lnTo>
                    <a:pt x="573024" y="2172772"/>
                  </a:lnTo>
                  <a:cubicBezTo>
                    <a:pt x="573024" y="2225521"/>
                    <a:pt x="444748" y="2268283"/>
                    <a:pt x="286512" y="2268283"/>
                  </a:cubicBezTo>
                  <a:cubicBezTo>
                    <a:pt x="148056" y="2268283"/>
                    <a:pt x="32537" y="2235544"/>
                    <a:pt x="5821" y="2192021"/>
                  </a:cubicBezTo>
                  <a:lnTo>
                    <a:pt x="4734" y="2188427"/>
                  </a:lnTo>
                  <a:lnTo>
                    <a:pt x="0" y="2188628"/>
                  </a:lnTo>
                  <a:lnTo>
                    <a:pt x="570" y="2174656"/>
                  </a:lnTo>
                  <a:lnTo>
                    <a:pt x="0" y="2172772"/>
                  </a:lnTo>
                  <a:lnTo>
                    <a:pt x="747" y="2170302"/>
                  </a:lnTo>
                  <a:cubicBezTo>
                    <a:pt x="30978" y="1428635"/>
                    <a:pt x="134806" y="741667"/>
                    <a:pt x="165037" y="0"/>
                  </a:cubicBezTo>
                  <a:close/>
                </a:path>
              </a:pathLst>
            </a:custGeom>
            <a:solidFill>
              <a:srgbClr val="FF0000">
                <a:alpha val="29800"/>
              </a:srgbClr>
            </a:solidFill>
            <a:ln>
              <a:noFill/>
            </a:ln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15"/>
          <p:cNvGrpSpPr/>
          <p:nvPr/>
        </p:nvGrpSpPr>
        <p:grpSpPr>
          <a:xfrm rot="10654018">
            <a:off x="4893518" y="3016611"/>
            <a:ext cx="518224" cy="137017"/>
            <a:chOff x="1961507" y="2281304"/>
            <a:chExt cx="2558087" cy="641104"/>
          </a:xfrm>
        </p:grpSpPr>
        <p:sp>
          <p:nvSpPr>
            <p:cNvPr id="466" name="Google Shape;466;p15"/>
            <p:cNvSpPr/>
            <p:nvPr/>
          </p:nvSpPr>
          <p:spPr>
            <a:xfrm>
              <a:off x="4170994" y="2769188"/>
              <a:ext cx="348600" cy="121500"/>
            </a:xfrm>
            <a:prstGeom prst="ellipse">
              <a:avLst/>
            </a:pr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3240547" y="2373371"/>
              <a:ext cx="410114" cy="139780"/>
            </a:xfrm>
            <a:custGeom>
              <a:rect b="b" l="l" r="r" t="t"/>
              <a:pathLst>
                <a:path extrusionOk="0" h="208" w="160">
                  <a:moveTo>
                    <a:pt x="6" y="42"/>
                  </a:moveTo>
                  <a:cubicBezTo>
                    <a:pt x="7" y="58"/>
                    <a:pt x="0" y="163"/>
                    <a:pt x="31" y="189"/>
                  </a:cubicBezTo>
                  <a:cubicBezTo>
                    <a:pt x="42" y="198"/>
                    <a:pt x="56" y="201"/>
                    <a:pt x="68" y="208"/>
                  </a:cubicBezTo>
                  <a:cubicBezTo>
                    <a:pt x="116" y="201"/>
                    <a:pt x="107" y="200"/>
                    <a:pt x="141" y="177"/>
                  </a:cubicBezTo>
                  <a:cubicBezTo>
                    <a:pt x="156" y="130"/>
                    <a:pt x="150" y="153"/>
                    <a:pt x="160" y="110"/>
                  </a:cubicBezTo>
                  <a:cubicBezTo>
                    <a:pt x="153" y="75"/>
                    <a:pt x="139" y="47"/>
                    <a:pt x="104" y="36"/>
                  </a:cubicBezTo>
                  <a:cubicBezTo>
                    <a:pt x="90" y="15"/>
                    <a:pt x="79" y="8"/>
                    <a:pt x="55" y="0"/>
                  </a:cubicBezTo>
                  <a:cubicBezTo>
                    <a:pt x="23" y="8"/>
                    <a:pt x="14" y="10"/>
                    <a:pt x="6" y="42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3240547" y="2769188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3050869" y="27053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3963375" y="2662338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3822397" y="2433852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543354" y="234245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1961507" y="267779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3473801" y="2708034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2543354" y="2525246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3753191" y="2495005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4286338" y="2403611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2194758" y="228130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1961507" y="27389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2194758" y="2830342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1" name="Google Shape;481;p15"/>
          <p:cNvGrpSpPr/>
          <p:nvPr/>
        </p:nvGrpSpPr>
        <p:grpSpPr>
          <a:xfrm rot="10654018">
            <a:off x="4172593" y="3147074"/>
            <a:ext cx="518224" cy="137017"/>
            <a:chOff x="1961507" y="2281304"/>
            <a:chExt cx="2558087" cy="641104"/>
          </a:xfrm>
        </p:grpSpPr>
        <p:sp>
          <p:nvSpPr>
            <p:cNvPr id="482" name="Google Shape;482;p15"/>
            <p:cNvSpPr/>
            <p:nvPr/>
          </p:nvSpPr>
          <p:spPr>
            <a:xfrm>
              <a:off x="4170994" y="2769188"/>
              <a:ext cx="348600" cy="121500"/>
            </a:xfrm>
            <a:prstGeom prst="ellipse">
              <a:avLst/>
            </a:pr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ctr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3240547" y="2373371"/>
              <a:ext cx="410114" cy="139780"/>
            </a:xfrm>
            <a:custGeom>
              <a:rect b="b" l="l" r="r" t="t"/>
              <a:pathLst>
                <a:path extrusionOk="0" h="208" w="160">
                  <a:moveTo>
                    <a:pt x="6" y="42"/>
                  </a:moveTo>
                  <a:cubicBezTo>
                    <a:pt x="7" y="58"/>
                    <a:pt x="0" y="163"/>
                    <a:pt x="31" y="189"/>
                  </a:cubicBezTo>
                  <a:cubicBezTo>
                    <a:pt x="42" y="198"/>
                    <a:pt x="56" y="201"/>
                    <a:pt x="68" y="208"/>
                  </a:cubicBezTo>
                  <a:cubicBezTo>
                    <a:pt x="116" y="201"/>
                    <a:pt x="107" y="200"/>
                    <a:pt x="141" y="177"/>
                  </a:cubicBezTo>
                  <a:cubicBezTo>
                    <a:pt x="156" y="130"/>
                    <a:pt x="150" y="153"/>
                    <a:pt x="160" y="110"/>
                  </a:cubicBezTo>
                  <a:cubicBezTo>
                    <a:pt x="153" y="75"/>
                    <a:pt x="139" y="47"/>
                    <a:pt x="104" y="36"/>
                  </a:cubicBezTo>
                  <a:cubicBezTo>
                    <a:pt x="90" y="15"/>
                    <a:pt x="79" y="8"/>
                    <a:pt x="55" y="0"/>
                  </a:cubicBezTo>
                  <a:cubicBezTo>
                    <a:pt x="23" y="8"/>
                    <a:pt x="14" y="10"/>
                    <a:pt x="6" y="42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3240547" y="2769188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3050869" y="27053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3963375" y="2662338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3822397" y="2433852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2543354" y="234245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1961507" y="267779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3473801" y="2708034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2543354" y="2525246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3753191" y="2495005"/>
              <a:ext cx="230690" cy="92738"/>
            </a:xfrm>
            <a:custGeom>
              <a:rect b="b" l="l" r="r" t="t"/>
              <a:pathLst>
                <a:path extrusionOk="0" h="138" w="90">
                  <a:moveTo>
                    <a:pt x="36" y="0"/>
                  </a:moveTo>
                  <a:cubicBezTo>
                    <a:pt x="14" y="15"/>
                    <a:pt x="14" y="28"/>
                    <a:pt x="0" y="49"/>
                  </a:cubicBezTo>
                  <a:cubicBezTo>
                    <a:pt x="8" y="138"/>
                    <a:pt x="0" y="125"/>
                    <a:pt x="85" y="117"/>
                  </a:cubicBezTo>
                  <a:cubicBezTo>
                    <a:pt x="83" y="91"/>
                    <a:pt x="90" y="0"/>
                    <a:pt x="36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4286338" y="2403611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2194758" y="2281304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1961507" y="2738947"/>
              <a:ext cx="184551" cy="57122"/>
            </a:xfrm>
            <a:custGeom>
              <a:rect b="b" l="l" r="r" t="t"/>
              <a:pathLst>
                <a:path extrusionOk="0" h="85" w="72">
                  <a:moveTo>
                    <a:pt x="8" y="0"/>
                  </a:moveTo>
                  <a:cubicBezTo>
                    <a:pt x="13" y="40"/>
                    <a:pt x="0" y="85"/>
                    <a:pt x="64" y="49"/>
                  </a:cubicBezTo>
                  <a:cubicBezTo>
                    <a:pt x="72" y="45"/>
                    <a:pt x="46" y="18"/>
                    <a:pt x="45" y="18"/>
                  </a:cubicBezTo>
                  <a:cubicBezTo>
                    <a:pt x="4" y="2"/>
                    <a:pt x="8" y="27"/>
                    <a:pt x="8" y="0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2194758" y="2830342"/>
              <a:ext cx="456253" cy="92066"/>
            </a:xfrm>
            <a:custGeom>
              <a:rect b="b" l="l" r="r" t="t"/>
              <a:pathLst>
                <a:path extrusionOk="0" h="137" w="178">
                  <a:moveTo>
                    <a:pt x="81" y="3"/>
                  </a:moveTo>
                  <a:cubicBezTo>
                    <a:pt x="61" y="23"/>
                    <a:pt x="40" y="31"/>
                    <a:pt x="20" y="52"/>
                  </a:cubicBezTo>
                  <a:cubicBezTo>
                    <a:pt x="12" y="84"/>
                    <a:pt x="0" y="124"/>
                    <a:pt x="38" y="137"/>
                  </a:cubicBezTo>
                  <a:cubicBezTo>
                    <a:pt x="160" y="129"/>
                    <a:pt x="98" y="134"/>
                    <a:pt x="161" y="113"/>
                  </a:cubicBezTo>
                  <a:cubicBezTo>
                    <a:pt x="165" y="107"/>
                    <a:pt x="172" y="102"/>
                    <a:pt x="173" y="95"/>
                  </a:cubicBezTo>
                  <a:cubicBezTo>
                    <a:pt x="178" y="67"/>
                    <a:pt x="128" y="26"/>
                    <a:pt x="106" y="15"/>
                  </a:cubicBezTo>
                  <a:cubicBezTo>
                    <a:pt x="75" y="0"/>
                    <a:pt x="98" y="17"/>
                    <a:pt x="81" y="3"/>
                  </a:cubicBezTo>
                  <a:close/>
                </a:path>
              </a:pathLst>
            </a:custGeom>
            <a:solidFill>
              <a:srgbClr val="8EB4E3"/>
            </a:solidFill>
            <a:ln>
              <a:noFill/>
            </a:ln>
            <a:effectLst>
              <a:outerShdw rotWithShape="0" algn="ctr" dir="18900000" dist="53955">
                <a:srgbClr val="E8E8E8">
                  <a:alpha val="49800"/>
                </a:srgbClr>
              </a:outerShdw>
            </a:effectLst>
          </p:spPr>
          <p:txBody>
            <a:bodyPr anchorCtr="0" anchor="t" bIns="22875" lIns="45775" spcFirstLastPara="1" rIns="45775" wrap="square" tIns="2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7" name="Google Shape;497;p15"/>
          <p:cNvCxnSpPr/>
          <p:nvPr/>
        </p:nvCxnSpPr>
        <p:spPr>
          <a:xfrm flipH="1">
            <a:off x="3779000" y="2708475"/>
            <a:ext cx="170100" cy="148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15"/>
          <p:cNvCxnSpPr>
            <a:endCxn id="420" idx="1"/>
          </p:cNvCxnSpPr>
          <p:nvPr/>
        </p:nvCxnSpPr>
        <p:spPr>
          <a:xfrm>
            <a:off x="3995270" y="2712693"/>
            <a:ext cx="640500" cy="1053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15"/>
          <p:cNvCxnSpPr/>
          <p:nvPr/>
        </p:nvCxnSpPr>
        <p:spPr>
          <a:xfrm>
            <a:off x="3939900" y="2671150"/>
            <a:ext cx="920100" cy="183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00" name="Google Shape;500;p15"/>
          <p:cNvSpPr/>
          <p:nvPr/>
        </p:nvSpPr>
        <p:spPr>
          <a:xfrm rot="-3983352">
            <a:off x="6471414" y="3640158"/>
            <a:ext cx="477008" cy="466218"/>
          </a:xfrm>
          <a:prstGeom prst="cloud">
            <a:avLst/>
          </a:prstGeom>
          <a:solidFill>
            <a:srgbClr val="D8D8D8">
              <a:alpha val="68630"/>
            </a:srgbClr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2875" lIns="45775" spcFirstLastPara="1" rIns="45775" wrap="square" tIns="2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283750" y="1757800"/>
            <a:ext cx="1638600" cy="1601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2" name="Google Shape;502;p15"/>
          <p:cNvGrpSpPr/>
          <p:nvPr/>
        </p:nvGrpSpPr>
        <p:grpSpPr>
          <a:xfrm>
            <a:off x="6572444" y="3725426"/>
            <a:ext cx="258293" cy="252394"/>
            <a:chOff x="1545733" y="4928246"/>
            <a:chExt cx="452273" cy="504183"/>
          </a:xfrm>
        </p:grpSpPr>
        <p:pic>
          <p:nvPicPr>
            <p:cNvPr id="503" name="Google Shape;503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04" name="Google Shape;504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505" name="Google Shape;505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09" name="Google Shape;509;p15"/>
          <p:cNvCxnSpPr>
            <a:endCxn id="503" idx="1"/>
          </p:cNvCxnSpPr>
          <p:nvPr/>
        </p:nvCxnSpPr>
        <p:spPr>
          <a:xfrm>
            <a:off x="3985445" y="2723868"/>
            <a:ext cx="2692200" cy="11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15"/>
          <p:cNvCxnSpPr/>
          <p:nvPr/>
        </p:nvCxnSpPr>
        <p:spPr>
          <a:xfrm>
            <a:off x="2173238" y="217738"/>
            <a:ext cx="3834300" cy="1086000"/>
          </a:xfrm>
          <a:prstGeom prst="curvedConnector3">
            <a:avLst>
              <a:gd fmla="val 2037" name="adj1"/>
            </a:avLst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15"/>
          <p:cNvCxnSpPr/>
          <p:nvPr/>
        </p:nvCxnSpPr>
        <p:spPr>
          <a:xfrm flipH="1" rot="10800000">
            <a:off x="2369125" y="143650"/>
            <a:ext cx="2940000" cy="1160100"/>
          </a:xfrm>
          <a:prstGeom prst="curvedConnector3">
            <a:avLst>
              <a:gd fmla="val 3158" name="adj1"/>
            </a:avLst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512" name="Google Shape;512;p15" title="gps-satellite-blocks-clip-art-others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15175" y="283126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15" title="gps-satellite-blocks-clip-art-others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81363" y="842501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15" title="gps-satellite-blocks-clip-art-others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3467625" y="153151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15" title="gps-satellite-blocks-clip-art-others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45763" y="939826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5" title="gps-satellite-blocks-clip-art-others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4515788" y="85951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15" title="gps-satellite-blocks-clip-art-others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2025938" y="939826"/>
            <a:ext cx="547626" cy="413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8" name="Google Shape;518;p15"/>
          <p:cNvGrpSpPr/>
          <p:nvPr/>
        </p:nvGrpSpPr>
        <p:grpSpPr>
          <a:xfrm rot="-5324653">
            <a:off x="559978" y="1733053"/>
            <a:ext cx="144557" cy="497366"/>
            <a:chOff x="9920331" y="3037025"/>
            <a:chExt cx="576016" cy="2272117"/>
          </a:xfrm>
        </p:grpSpPr>
        <p:grpSp>
          <p:nvGrpSpPr>
            <p:cNvPr id="519" name="Google Shape;519;p15"/>
            <p:cNvGrpSpPr/>
            <p:nvPr/>
          </p:nvGrpSpPr>
          <p:grpSpPr>
            <a:xfrm>
              <a:off x="9920331" y="5082319"/>
              <a:ext cx="575600" cy="226823"/>
              <a:chOff x="1096215" y="4521350"/>
              <a:chExt cx="1006293" cy="287700"/>
            </a:xfrm>
          </p:grpSpPr>
          <p:sp>
            <p:nvSpPr>
              <p:cNvPr id="520" name="Google Shape;520;p15"/>
              <p:cNvSpPr/>
              <p:nvPr/>
            </p:nvSpPr>
            <p:spPr>
              <a:xfrm rot="5461019">
                <a:off x="1472788" y="4157673"/>
                <a:ext cx="253540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240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8625" lIns="17275" spcFirstLastPara="1" rIns="17275" wrap="square" tIns="86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15"/>
              <p:cNvSpPr/>
              <p:nvPr/>
            </p:nvSpPr>
            <p:spPr>
              <a:xfrm flipH="1" rot="5461041">
                <a:off x="1464144" y="4164424"/>
                <a:ext cx="270343" cy="1001551"/>
              </a:xfrm>
              <a:prstGeom prst="arc">
                <a:avLst>
                  <a:gd fmla="val 5428635" name="adj1"/>
                  <a:gd fmla="val 16276542" name="adj2"/>
                </a:avLst>
              </a:prstGeom>
              <a:noFill/>
              <a:ln cap="flat" cmpd="sng" w="2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8625" lIns="17275" spcFirstLastPara="1" rIns="17275" wrap="square" tIns="86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2" name="Google Shape;522;p15"/>
            <p:cNvSpPr/>
            <p:nvPr/>
          </p:nvSpPr>
          <p:spPr>
            <a:xfrm>
              <a:off x="9923323" y="3037025"/>
              <a:ext cx="573024" cy="2268283"/>
            </a:xfrm>
            <a:custGeom>
              <a:rect b="b" l="l" r="r" t="t"/>
              <a:pathLst>
                <a:path extrusionOk="0" h="2268283" w="573024">
                  <a:moveTo>
                    <a:pt x="165037" y="0"/>
                  </a:moveTo>
                  <a:lnTo>
                    <a:pt x="573024" y="2164244"/>
                  </a:lnTo>
                  <a:lnTo>
                    <a:pt x="570478" y="2164353"/>
                  </a:lnTo>
                  <a:lnTo>
                    <a:pt x="573024" y="2172772"/>
                  </a:lnTo>
                  <a:cubicBezTo>
                    <a:pt x="573024" y="2225521"/>
                    <a:pt x="444748" y="2268283"/>
                    <a:pt x="286512" y="2268283"/>
                  </a:cubicBezTo>
                  <a:cubicBezTo>
                    <a:pt x="148056" y="2268283"/>
                    <a:pt x="32537" y="2235544"/>
                    <a:pt x="5821" y="2192021"/>
                  </a:cubicBezTo>
                  <a:lnTo>
                    <a:pt x="4734" y="2188427"/>
                  </a:lnTo>
                  <a:lnTo>
                    <a:pt x="0" y="2188628"/>
                  </a:lnTo>
                  <a:lnTo>
                    <a:pt x="570" y="2174656"/>
                  </a:lnTo>
                  <a:lnTo>
                    <a:pt x="0" y="2172772"/>
                  </a:lnTo>
                  <a:lnTo>
                    <a:pt x="747" y="2170302"/>
                  </a:lnTo>
                  <a:cubicBezTo>
                    <a:pt x="30978" y="1428635"/>
                    <a:pt x="134806" y="741667"/>
                    <a:pt x="165037" y="0"/>
                  </a:cubicBezTo>
                  <a:close/>
                </a:path>
              </a:pathLst>
            </a:custGeom>
            <a:solidFill>
              <a:srgbClr val="FF0000">
                <a:alpha val="29800"/>
              </a:srgbClr>
            </a:solidFill>
            <a:ln>
              <a:noFill/>
            </a:ln>
          </p:spPr>
          <p:txBody>
            <a:bodyPr anchorCtr="0" anchor="ctr" bIns="8625" lIns="17275" spcFirstLastPara="1" rIns="17275" wrap="square" tIns="86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23" name="Google Shape;523;p15"/>
          <p:cNvCxnSpPr/>
          <p:nvPr/>
        </p:nvCxnSpPr>
        <p:spPr>
          <a:xfrm>
            <a:off x="425863" y="2159825"/>
            <a:ext cx="45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15"/>
          <p:cNvCxnSpPr/>
          <p:nvPr/>
        </p:nvCxnSpPr>
        <p:spPr>
          <a:xfrm flipH="1" rot="10800000">
            <a:off x="389650" y="2517400"/>
            <a:ext cx="542100" cy="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525" name="Google Shape;525;p15"/>
          <p:cNvGrpSpPr/>
          <p:nvPr/>
        </p:nvGrpSpPr>
        <p:grpSpPr>
          <a:xfrm>
            <a:off x="508885" y="2650842"/>
            <a:ext cx="258293" cy="252394"/>
            <a:chOff x="1545733" y="4928246"/>
            <a:chExt cx="452273" cy="504183"/>
          </a:xfrm>
        </p:grpSpPr>
        <p:pic>
          <p:nvPicPr>
            <p:cNvPr id="526" name="Google Shape;526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7" name="Google Shape;527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528" name="Google Shape;528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D86CCC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2" name="Google Shape;532;p15"/>
          <p:cNvGrpSpPr/>
          <p:nvPr/>
        </p:nvGrpSpPr>
        <p:grpSpPr>
          <a:xfrm>
            <a:off x="366761" y="2987308"/>
            <a:ext cx="258293" cy="252394"/>
            <a:chOff x="1545733" y="4928246"/>
            <a:chExt cx="452273" cy="504183"/>
          </a:xfrm>
        </p:grpSpPr>
        <p:pic>
          <p:nvPicPr>
            <p:cNvPr id="533" name="Google Shape;533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29940" y="5073053"/>
              <a:ext cx="268066" cy="35937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pic>
        <p:grpSp>
          <p:nvGrpSpPr>
            <p:cNvPr id="534" name="Google Shape;534;p15"/>
            <p:cNvGrpSpPr/>
            <p:nvPr/>
          </p:nvGrpSpPr>
          <p:grpSpPr>
            <a:xfrm>
              <a:off x="1545733" y="4928246"/>
              <a:ext cx="380591" cy="301018"/>
              <a:chOff x="7873241" y="4384111"/>
              <a:chExt cx="445500" cy="561600"/>
            </a:xfrm>
          </p:grpSpPr>
          <p:sp>
            <p:nvSpPr>
              <p:cNvPr id="535" name="Google Shape;535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15"/>
              <p:cNvSpPr/>
              <p:nvPr/>
            </p:nvSpPr>
            <p:spPr>
              <a:xfrm>
                <a:off x="7958118" y="4465799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9" name="Google Shape;539;p15"/>
          <p:cNvGrpSpPr/>
          <p:nvPr/>
        </p:nvGrpSpPr>
        <p:grpSpPr>
          <a:xfrm>
            <a:off x="697895" y="3003147"/>
            <a:ext cx="256747" cy="267464"/>
            <a:chOff x="1651877" y="4237317"/>
            <a:chExt cx="449566" cy="534287"/>
          </a:xfrm>
        </p:grpSpPr>
        <p:pic>
          <p:nvPicPr>
            <p:cNvPr id="540" name="Google Shape;540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25178" y="4404791"/>
              <a:ext cx="276265" cy="36681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</p:pic>
        <p:grpSp>
          <p:nvGrpSpPr>
            <p:cNvPr id="541" name="Google Shape;541;p15"/>
            <p:cNvGrpSpPr/>
            <p:nvPr/>
          </p:nvGrpSpPr>
          <p:grpSpPr>
            <a:xfrm>
              <a:off x="1651877" y="4237317"/>
              <a:ext cx="392218" cy="307195"/>
              <a:chOff x="7873241" y="4384111"/>
              <a:chExt cx="445500" cy="561600"/>
            </a:xfrm>
          </p:grpSpPr>
          <p:sp>
            <p:nvSpPr>
              <p:cNvPr id="542" name="Google Shape;542;p15"/>
              <p:cNvSpPr/>
              <p:nvPr/>
            </p:nvSpPr>
            <p:spPr>
              <a:xfrm>
                <a:off x="7873241" y="4384111"/>
                <a:ext cx="445500" cy="561600"/>
              </a:xfrm>
              <a:prstGeom prst="blockArc">
                <a:avLst>
                  <a:gd fmla="val 13048348" name="adj1"/>
                  <a:gd fmla="val 19187536" name="adj2"/>
                  <a:gd fmla="val 9660" name="adj3"/>
                </a:avLst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15"/>
              <p:cNvSpPr/>
              <p:nvPr/>
            </p:nvSpPr>
            <p:spPr>
              <a:xfrm>
                <a:off x="7958114" y="4465798"/>
                <a:ext cx="268500" cy="338400"/>
              </a:xfrm>
              <a:prstGeom prst="blockArc">
                <a:avLst>
                  <a:gd fmla="val 12923084" name="adj1"/>
                  <a:gd fmla="val 19208207" name="adj2"/>
                  <a:gd fmla="val 10459" name="adj3"/>
                </a:avLst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15"/>
              <p:cNvSpPr/>
              <p:nvPr/>
            </p:nvSpPr>
            <p:spPr>
              <a:xfrm>
                <a:off x="8022954" y="4533629"/>
                <a:ext cx="138900" cy="174900"/>
              </a:xfrm>
              <a:prstGeom prst="blockArc">
                <a:avLst>
                  <a:gd fmla="val 12882025" name="adj1"/>
                  <a:gd fmla="val 19481565" name="adj2"/>
                  <a:gd fmla="val 15306" name="adj3"/>
                </a:avLst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15"/>
              <p:cNvSpPr/>
              <p:nvPr/>
            </p:nvSpPr>
            <p:spPr>
              <a:xfrm>
                <a:off x="8069703" y="4577906"/>
                <a:ext cx="54000" cy="681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22875" lIns="45775" spcFirstLastPara="1" rIns="45775" wrap="square" tIns="228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46" name="Google Shape;546;p15"/>
          <p:cNvSpPr txBox="1"/>
          <p:nvPr/>
        </p:nvSpPr>
        <p:spPr>
          <a:xfrm>
            <a:off x="939100" y="1843288"/>
            <a:ext cx="249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">
                <a:solidFill>
                  <a:schemeClr val="dk2"/>
                </a:solidFill>
              </a:rPr>
              <a:t>FSO link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547" name="Google Shape;547;p15"/>
          <p:cNvSpPr txBox="1"/>
          <p:nvPr/>
        </p:nvSpPr>
        <p:spPr>
          <a:xfrm>
            <a:off x="939100" y="2021375"/>
            <a:ext cx="15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">
                <a:solidFill>
                  <a:schemeClr val="dk2"/>
                </a:solidFill>
              </a:rPr>
              <a:t>RF acces </a:t>
            </a:r>
            <a:r>
              <a:rPr lang="vi" sz="600">
                <a:solidFill>
                  <a:schemeClr val="dk2"/>
                </a:solidFill>
              </a:rPr>
              <a:t>link</a:t>
            </a:r>
            <a:r>
              <a:rPr lang="vi" sz="600">
                <a:solidFill>
                  <a:schemeClr val="dk2"/>
                </a:solidFill>
              </a:rPr>
              <a:t> by HAP</a:t>
            </a:r>
            <a:endParaRPr sz="600">
              <a:solidFill>
                <a:schemeClr val="dk2"/>
              </a:solidFill>
            </a:endParaRPr>
          </a:p>
        </p:txBody>
      </p:sp>
      <p:cxnSp>
        <p:nvCxnSpPr>
          <p:cNvPr id="548" name="Google Shape;548;p15"/>
          <p:cNvCxnSpPr/>
          <p:nvPr/>
        </p:nvCxnSpPr>
        <p:spPr>
          <a:xfrm>
            <a:off x="389125" y="2352425"/>
            <a:ext cx="528300" cy="0"/>
          </a:xfrm>
          <a:prstGeom prst="straightConnector1">
            <a:avLst/>
          </a:prstGeom>
          <a:noFill/>
          <a:ln cap="flat" cmpd="sng" w="9525">
            <a:solidFill>
              <a:srgbClr val="0070C0">
                <a:alpha val="50980"/>
              </a:srgbClr>
            </a:solidFill>
            <a:prstDash val="dash"/>
            <a:miter lim="800000"/>
            <a:headEnd len="sm" w="sm" type="none"/>
            <a:tailEnd len="lg" w="lg" type="oval"/>
          </a:ln>
        </p:spPr>
      </p:cxnSp>
      <p:sp>
        <p:nvSpPr>
          <p:cNvPr id="549" name="Google Shape;549;p15"/>
          <p:cNvSpPr txBox="1"/>
          <p:nvPr/>
        </p:nvSpPr>
        <p:spPr>
          <a:xfrm>
            <a:off x="940588" y="2197763"/>
            <a:ext cx="15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">
                <a:solidFill>
                  <a:schemeClr val="dk2"/>
                </a:solidFill>
              </a:rPr>
              <a:t>RF acces link by UAV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550" name="Google Shape;550;p15"/>
          <p:cNvSpPr txBox="1"/>
          <p:nvPr/>
        </p:nvSpPr>
        <p:spPr>
          <a:xfrm>
            <a:off x="947750" y="2368275"/>
            <a:ext cx="15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">
                <a:solidFill>
                  <a:schemeClr val="dk2"/>
                </a:solidFill>
              </a:rPr>
              <a:t>Satellite’s orbit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551" name="Google Shape;551;p15"/>
          <p:cNvSpPr txBox="1"/>
          <p:nvPr/>
        </p:nvSpPr>
        <p:spPr>
          <a:xfrm>
            <a:off x="963750" y="2610350"/>
            <a:ext cx="15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">
                <a:solidFill>
                  <a:schemeClr val="dk2"/>
                </a:solidFill>
              </a:rPr>
              <a:t>User served by HAP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552" name="Google Shape;552;p15"/>
          <p:cNvSpPr txBox="1"/>
          <p:nvPr/>
        </p:nvSpPr>
        <p:spPr>
          <a:xfrm>
            <a:off x="1040700" y="3014288"/>
            <a:ext cx="15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">
                <a:solidFill>
                  <a:schemeClr val="dk2"/>
                </a:solidFill>
              </a:rPr>
              <a:t>User served by UAV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553" name="Google Shape;55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45344" y="1719470"/>
            <a:ext cx="500561" cy="174807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5"/>
          <p:cNvSpPr txBox="1"/>
          <p:nvPr/>
        </p:nvSpPr>
        <p:spPr>
          <a:xfrm>
            <a:off x="486875" y="1146500"/>
            <a:ext cx="45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5" name="Google Shape;555;p15"/>
          <p:cNvSpPr txBox="1"/>
          <p:nvPr/>
        </p:nvSpPr>
        <p:spPr>
          <a:xfrm>
            <a:off x="361225" y="777425"/>
            <a:ext cx="452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2"/>
                </a:solidFill>
              </a:rPr>
              <a:t>add note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0" name="Google Shape;560;p16"/>
          <p:cNvCxnSpPr/>
          <p:nvPr/>
        </p:nvCxnSpPr>
        <p:spPr>
          <a:xfrm>
            <a:off x="2331400" y="383038"/>
            <a:ext cx="3834300" cy="1086000"/>
          </a:xfrm>
          <a:prstGeom prst="curvedConnector3">
            <a:avLst>
              <a:gd fmla="val 18887" name="adj1"/>
            </a:avLst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16"/>
          <p:cNvCxnSpPr/>
          <p:nvPr/>
        </p:nvCxnSpPr>
        <p:spPr>
          <a:xfrm flipH="1" rot="10800000">
            <a:off x="2489225" y="559025"/>
            <a:ext cx="3268200" cy="1114200"/>
          </a:xfrm>
          <a:prstGeom prst="curvedConnector3">
            <a:avLst>
              <a:gd fmla="val 17045" name="adj1"/>
            </a:avLst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562" name="Google Shape;562;p16" title="gps-satellite-blocks-clip-art-other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625" y="515226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16" title="gps-satellite-blocks-clip-art-other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673025" y="1097651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16" title="gps-satellite-blocks-clip-art-other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875" y="1139601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16" title="gps-satellite-blocks-clip-art-other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893425" y="515226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16" title="gps-satellite-blocks-clip-art-other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0275" y="1236926"/>
            <a:ext cx="547626" cy="4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16" title="gps-satellite-blocks-clip-art-other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900300" y="383051"/>
            <a:ext cx="547626" cy="4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